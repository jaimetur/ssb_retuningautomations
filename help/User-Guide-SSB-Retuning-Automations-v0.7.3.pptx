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handoutMasterIdLst>
    <p:handoutMasterId r:id="rId6"/>
  </p:handout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0"/>
    <p:sldId id="275" r:id="rId31"/>
    <p:sldId id="276" r:id="rId32"/>
    <p:sldId id="277" r:id="rId33"/>
    <p:sldId id="278" r:id="rId34"/>
    <p:sldId id="279" r:id="rId35"/>
    <p:sldId id="280" r:id="rId36"/>
    <p:sldId id="281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1" d="100"/>
          <a:sy n="151" d="100"/>
        </p:scale>
        <p:origin x="5909" y="9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0.xml"/><Relationship Id="rId32" Type="http://schemas.openxmlformats.org/officeDocument/2006/relationships/slide" Target="slides/slide21.xml"/><Relationship Id="rId33" Type="http://schemas.openxmlformats.org/officeDocument/2006/relationships/slide" Target="slides/slide22.xml"/><Relationship Id="rId34" Type="http://schemas.openxmlformats.org/officeDocument/2006/relationships/slide" Target="slides/slide23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me Tur" userId="0c147167-24ab-41cc-821f-e304fffd7c74" providerId="ADAL" clId="{96FACA42-3611-4883-8B93-19C4F783C7AC}"/>
    <pc:docChg chg="undo redo custSel addSld delSld modSld sldOrd">
      <pc:chgData name="Jaime Tur" userId="0c147167-24ab-41cc-821f-e304fffd7c74" providerId="ADAL" clId="{96FACA42-3611-4883-8B93-19C4F783C7AC}" dt="2025-11-14T18:07:26.228" v="109" actId="47"/>
      <pc:docMkLst>
        <pc:docMk/>
      </pc:docMkLst>
      <pc:sldChg chg="modSp mod">
        <pc:chgData name="Jaime Tur" userId="0c147167-24ab-41cc-821f-e304fffd7c74" providerId="ADAL" clId="{96FACA42-3611-4883-8B93-19C4F783C7AC}" dt="2025-11-14T13:39:49.344" v="7" actId="20577"/>
        <pc:sldMkLst>
          <pc:docMk/>
          <pc:sldMk cId="0" sldId="256"/>
        </pc:sldMkLst>
        <pc:spChg chg="mod">
          <ac:chgData name="Jaime Tur" userId="0c147167-24ab-41cc-821f-e304fffd7c74" providerId="ADAL" clId="{96FACA42-3611-4883-8B93-19C4F783C7AC}" dt="2025-11-14T13:39:49.344" v="7" actId="20577"/>
          <ac:spMkLst>
            <pc:docMk/>
            <pc:sldMk cId="0" sldId="256"/>
            <ac:spMk id="3" creationId="{00000000-0000-0000-0000-000000000000}"/>
          </ac:spMkLst>
        </pc:spChg>
      </pc:sldChg>
      <pc:sldChg chg="addSp delSp modSp del mod setBg setClrOvrMap">
        <pc:chgData name="Jaime Tur" userId="0c147167-24ab-41cc-821f-e304fffd7c74" providerId="ADAL" clId="{96FACA42-3611-4883-8B93-19C4F783C7AC}" dt="2025-11-14T18:03:35.578" v="61" actId="47"/>
        <pc:sldMkLst>
          <pc:docMk/>
          <pc:sldMk cId="0" sldId="257"/>
        </pc:sldMkLst>
        <pc:spChg chg="mod">
          <ac:chgData name="Jaime Tur" userId="0c147167-24ab-41cc-821f-e304fffd7c74" providerId="ADAL" clId="{96FACA42-3611-4883-8B93-19C4F783C7AC}" dt="2025-11-14T17:55:27.919" v="10" actId="26606"/>
          <ac:spMkLst>
            <pc:docMk/>
            <pc:sldMk cId="0" sldId="257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7:55:27.919" v="10" actId="26606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0:11.510" v="34" actId="26606"/>
          <ac:spMkLst>
            <pc:docMk/>
            <pc:sldMk cId="0" sldId="257"/>
            <ac:spMk id="10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8:39.945" v="27" actId="26606"/>
          <ac:spMkLst>
            <pc:docMk/>
            <pc:sldMk cId="0" sldId="257"/>
            <ac:spMk id="12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1:52.135" v="40" actId="26606"/>
          <ac:spMkLst>
            <pc:docMk/>
            <pc:sldMk cId="0" sldId="257"/>
            <ac:spMk id="13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0:00.210" v="29" actId="26606"/>
          <ac:spMkLst>
            <pc:docMk/>
            <pc:sldMk cId="0" sldId="257"/>
            <ac:spMk id="14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6:59.071" v="20" actId="26606"/>
          <ac:spMkLst>
            <pc:docMk/>
            <pc:sldMk cId="0" sldId="257"/>
            <ac:spMk id="15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0:06.056" v="31" actId="26606"/>
          <ac:spMkLst>
            <pc:docMk/>
            <pc:sldMk cId="0" sldId="257"/>
            <ac:spMk id="16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8:02:26.976" v="45" actId="26606"/>
          <ac:spMkLst>
            <pc:docMk/>
            <pc:sldMk cId="0" sldId="257"/>
            <ac:spMk id="18" creationId="{B50AB553-2A96-4A92-96F2-93548E096954}"/>
          </ac:spMkLst>
        </pc:spChg>
        <pc:spChg chg="add">
          <ac:chgData name="Jaime Tur" userId="0c147167-24ab-41cc-821f-e304fffd7c74" providerId="ADAL" clId="{96FACA42-3611-4883-8B93-19C4F783C7AC}" dt="2025-11-14T18:02:26.976" v="45" actId="26606"/>
          <ac:spMkLst>
            <pc:docMk/>
            <pc:sldMk cId="0" sldId="257"/>
            <ac:spMk id="23" creationId="{B50AB553-2A96-4A92-96F2-93548E096954}"/>
          </ac:spMkLst>
        </pc:spChg>
        <pc:graphicFrameChg chg="add mod modGraphic">
          <ac:chgData name="Jaime Tur" userId="0c147167-24ab-41cc-821f-e304fffd7c74" providerId="ADAL" clId="{96FACA42-3611-4883-8B93-19C4F783C7AC}" dt="2025-11-14T18:02:41.801" v="46" actId="404"/>
          <ac:graphicFrameMkLst>
            <pc:docMk/>
            <pc:sldMk cId="0" sldId="257"/>
            <ac:graphicFrameMk id="5" creationId="{0120DC20-DF02-0DDE-F000-746C7BCFEA13}"/>
          </ac:graphicFrameMkLst>
        </pc:graphicFrameChg>
        <pc:picChg chg="add mod">
          <ac:chgData name="Jaime Tur" userId="0c147167-24ab-41cc-821f-e304fffd7c74" providerId="ADAL" clId="{96FACA42-3611-4883-8B93-19C4F783C7AC}" dt="2025-11-14T18:00:11.510" v="34" actId="26606"/>
          <ac:picMkLst>
            <pc:docMk/>
            <pc:sldMk cId="0" sldId="257"/>
            <ac:picMk id="6" creationId="{0FF492E2-580F-609C-6AE6-BE9CFDB78534}"/>
          </ac:picMkLst>
        </pc:picChg>
      </pc:sldChg>
      <pc:sldChg chg="addSp delSp modSp del mod setBg">
        <pc:chgData name="Jaime Tur" userId="0c147167-24ab-41cc-821f-e304fffd7c74" providerId="ADAL" clId="{96FACA42-3611-4883-8B93-19C4F783C7AC}" dt="2025-11-14T18:04:24.677" v="69" actId="47"/>
        <pc:sldMkLst>
          <pc:docMk/>
          <pc:sldMk cId="0" sldId="258"/>
        </pc:sldMkLst>
        <pc:spChg chg="mod">
          <ac:chgData name="Jaime Tur" userId="0c147167-24ab-41cc-821f-e304fffd7c74" providerId="ADAL" clId="{96FACA42-3611-4883-8B93-19C4F783C7AC}" dt="2025-11-14T17:55:47.305" v="11" actId="26606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7:55:47.305" v="11" actId="26606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7:58:13.848" v="25" actId="26606"/>
          <ac:spMkLst>
            <pc:docMk/>
            <pc:sldMk cId="0" sldId="258"/>
            <ac:spMk id="10" creationId="{B50AB553-2A96-4A92-96F2-93548E096954}"/>
          </ac:spMkLst>
        </pc:spChg>
        <pc:spChg chg="add del">
          <ac:chgData name="Jaime Tur" userId="0c147167-24ab-41cc-821f-e304fffd7c74" providerId="ADAL" clId="{96FACA42-3611-4883-8B93-19C4F783C7AC}" dt="2025-11-14T17:58:13.848" v="25" actId="26606"/>
          <ac:spMkLst>
            <pc:docMk/>
            <pc:sldMk cId="0" sldId="258"/>
            <ac:spMk id="15" creationId="{B50AB553-2A96-4A92-96F2-93548E096954}"/>
          </ac:spMkLst>
        </pc:spChg>
        <pc:graphicFrameChg chg="add mod modGraphic">
          <ac:chgData name="Jaime Tur" userId="0c147167-24ab-41cc-821f-e304fffd7c74" providerId="ADAL" clId="{96FACA42-3611-4883-8B93-19C4F783C7AC}" dt="2025-11-14T17:58:13.848" v="25" actId="26606"/>
          <ac:graphicFrameMkLst>
            <pc:docMk/>
            <pc:sldMk cId="0" sldId="258"/>
            <ac:graphicFrameMk id="5" creationId="{5C4B6F90-19D3-CB19-5293-046AF8A0F9DA}"/>
          </ac:graphicFrameMkLst>
        </pc:graphicFrameChg>
        <pc:picChg chg="add mod">
          <ac:chgData name="Jaime Tur" userId="0c147167-24ab-41cc-821f-e304fffd7c74" providerId="ADAL" clId="{96FACA42-3611-4883-8B93-19C4F783C7AC}" dt="2025-11-14T17:58:13.848" v="25" actId="26606"/>
          <ac:picMkLst>
            <pc:docMk/>
            <pc:sldMk cId="0" sldId="258"/>
            <ac:picMk id="6" creationId="{42346672-8335-584F-26D2-08A72AE21F55}"/>
          </ac:picMkLst>
        </pc:picChg>
      </pc:sldChg>
      <pc:sldChg chg="addSp delSp modSp mod ord setBg addAnim">
        <pc:chgData name="Jaime Tur" userId="0c147167-24ab-41cc-821f-e304fffd7c74" providerId="ADAL" clId="{96FACA42-3611-4883-8B93-19C4F783C7AC}" dt="2025-11-14T18:07:15.369" v="107"/>
        <pc:sldMkLst>
          <pc:docMk/>
          <pc:sldMk cId="0" sldId="259"/>
        </pc:sldMkLst>
        <pc:spChg chg="mod">
          <ac:chgData name="Jaime Tur" userId="0c147167-24ab-41cc-821f-e304fffd7c74" providerId="ADAL" clId="{96FACA42-3611-4883-8B93-19C4F783C7AC}" dt="2025-11-14T18:03:18.132" v="58" actId="20577"/>
          <ac:spMkLst>
            <pc:docMk/>
            <pc:sldMk cId="0" sldId="259"/>
            <ac:spMk id="2" creationId="{00000000-0000-0000-0000-000000000000}"/>
          </ac:spMkLst>
        </pc:spChg>
        <pc:spChg chg="del mod">
          <ac:chgData name="Jaime Tur" userId="0c147167-24ab-41cc-821f-e304fffd7c74" providerId="ADAL" clId="{96FACA42-3611-4883-8B93-19C4F783C7AC}" dt="2025-11-14T18:03:30.572" v="60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2" creationId="{081E4A58-353D-44AE-B2FC-2A74E2E400F7}"/>
          </ac:spMkLst>
        </pc:spChg>
        <pc:spChg chg="add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7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31.117" v="39" actId="26606"/>
          <ac:spMkLst>
            <pc:docMk/>
            <pc:sldMk cId="0" sldId="259"/>
            <ac:spMk id="19" creationId="{DB17E863-922E-4C26-BD64-E8FD41D28661}"/>
          </ac:spMkLst>
        </pc:spChg>
        <pc:graphicFrameChg chg="add mod">
          <ac:chgData name="Jaime Tur" userId="0c147167-24ab-41cc-821f-e304fffd7c74" providerId="ADAL" clId="{96FACA42-3611-4883-8B93-19C4F783C7AC}" dt="2025-11-14T18:07:15.369" v="107"/>
          <ac:graphicFrameMkLst>
            <pc:docMk/>
            <pc:sldMk cId="0" sldId="259"/>
            <ac:graphicFrameMk id="4" creationId="{9B56F6FC-05EB-E069-9007-8843E01A0B22}"/>
          </ac:graphicFrameMkLst>
        </pc:graphicFrameChg>
      </pc:sldChg>
      <pc:sldChg chg="addSp delSp modSp del mod setBg delDesignElem">
        <pc:chgData name="Jaime Tur" userId="0c147167-24ab-41cc-821f-e304fffd7c74" providerId="ADAL" clId="{96FACA42-3611-4883-8B93-19C4F783C7AC}" dt="2025-11-14T18:05:50.019" v="90" actId="47"/>
        <pc:sldMkLst>
          <pc:docMk/>
          <pc:sldMk cId="0" sldId="260"/>
        </pc:sldMkLst>
        <pc:spChg chg="mod">
          <ac:chgData name="Jaime Tur" userId="0c147167-24ab-41cc-821f-e304fffd7c74" providerId="ADAL" clId="{96FACA42-3611-4883-8B93-19C4F783C7AC}" dt="2025-11-14T17:55:53.481" v="12" actId="26606"/>
          <ac:spMkLst>
            <pc:docMk/>
            <pc:sldMk cId="0" sldId="260"/>
            <ac:spMk id="2" creationId="{00000000-0000-0000-0000-000000000000}"/>
          </ac:spMkLst>
        </pc:spChg>
        <pc:spChg chg="del">
          <ac:chgData name="Jaime Tur" userId="0c147167-24ab-41cc-821f-e304fffd7c74" providerId="ADAL" clId="{96FACA42-3611-4883-8B93-19C4F783C7AC}" dt="2025-11-14T17:55:53.481" v="12" actId="26606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7:58:00.486" v="24"/>
          <ac:spMkLst>
            <pc:docMk/>
            <pc:sldMk cId="0" sldId="260"/>
            <ac:spMk id="10" creationId="{B50AB553-2A96-4A92-96F2-93548E096954}"/>
          </ac:spMkLst>
        </pc:spChg>
        <pc:graphicFrameChg chg="add">
          <ac:chgData name="Jaime Tur" userId="0c147167-24ab-41cc-821f-e304fffd7c74" providerId="ADAL" clId="{96FACA42-3611-4883-8B93-19C4F783C7AC}" dt="2025-11-14T17:55:53.481" v="12" actId="26606"/>
          <ac:graphicFrameMkLst>
            <pc:docMk/>
            <pc:sldMk cId="0" sldId="260"/>
            <ac:graphicFrameMk id="5" creationId="{D6FBAF62-2E68-5AA6-3611-2B6B35E8AAFC}"/>
          </ac:graphicFrameMkLst>
        </pc:graphicFrameChg>
        <pc:picChg chg="add">
          <ac:chgData name="Jaime Tur" userId="0c147167-24ab-41cc-821f-e304fffd7c74" providerId="ADAL" clId="{96FACA42-3611-4883-8B93-19C4F783C7AC}" dt="2025-11-14T17:55:53.481" v="12" actId="26606"/>
          <ac:picMkLst>
            <pc:docMk/>
            <pc:sldMk cId="0" sldId="260"/>
            <ac:picMk id="6" creationId="{13E47EFC-D452-71A4-8F1B-26D8A2984F1A}"/>
          </ac:picMkLst>
        </pc:picChg>
      </pc:sldChg>
      <pc:sldChg chg="addSp delSp modSp mod setBg addAnim">
        <pc:chgData name="Jaime Tur" userId="0c147167-24ab-41cc-821f-e304fffd7c74" providerId="ADAL" clId="{96FACA42-3611-4883-8B93-19C4F783C7AC}" dt="2025-11-14T18:01:25.854" v="38" actId="26606"/>
        <pc:sldMkLst>
          <pc:docMk/>
          <pc:sldMk cId="0" sldId="261"/>
        </pc:sldMkLst>
        <pc:spChg chg="mo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12" creationId="{081E4A58-353D-44AE-B2FC-2A74E2E400F7}"/>
          </ac:spMkLst>
        </pc:spChg>
        <pc:spChg chg="add del">
          <ac:chgData name="Jaime Tur" userId="0c147167-24ab-41cc-821f-e304fffd7c74" providerId="ADAL" clId="{96FACA42-3611-4883-8B93-19C4F783C7AC}" dt="2025-11-14T18:01:25.843" v="37" actId="26606"/>
          <ac:spMkLst>
            <pc:docMk/>
            <pc:sldMk cId="0" sldId="261"/>
            <ac:spMk id="17" creationId="{943CAA20-3569-4189-9E48-239A229A86CA}"/>
          </ac:spMkLst>
        </pc:spChg>
        <pc:spChg chg="add del">
          <ac:chgData name="Jaime Tur" userId="0c147167-24ab-41cc-821f-e304fffd7c74" providerId="ADAL" clId="{96FACA42-3611-4883-8B93-19C4F783C7AC}" dt="2025-11-14T18:01:25.843" v="37" actId="26606"/>
          <ac:spMkLst>
            <pc:docMk/>
            <pc:sldMk cId="0" sldId="261"/>
            <ac:spMk id="19" creationId="{DA542B6D-E775-4832-91DC-2D20F857813A}"/>
          </ac:spMkLst>
        </pc:spChg>
        <pc:spChg chg="ad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1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25.854" v="38" actId="26606"/>
          <ac:spMkLst>
            <pc:docMk/>
            <pc:sldMk cId="0" sldId="261"/>
            <ac:spMk id="22" creationId="{DB17E863-922E-4C26-BD64-E8FD41D28661}"/>
          </ac:spMkLst>
        </pc:spChg>
      </pc:sldChg>
      <pc:sldChg chg="addSp delSp modSp add del mod setBg">
        <pc:chgData name="Jaime Tur" userId="0c147167-24ab-41cc-821f-e304fffd7c74" providerId="ADAL" clId="{96FACA42-3611-4883-8B93-19C4F783C7AC}" dt="2025-11-14T18:07:26.228" v="109" actId="47"/>
        <pc:sldMkLst>
          <pc:docMk/>
          <pc:sldMk cId="0" sldId="262"/>
        </pc:sldMkLst>
        <pc:spChg chg="mod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Jaime Tur" userId="0c147167-24ab-41cc-821f-e304fffd7c74" providerId="ADAL" clId="{96FACA42-3611-4883-8B93-19C4F783C7AC}" dt="2025-11-14T17:55:58.851" v="13" actId="26606"/>
          <ac:spMkLst>
            <pc:docMk/>
            <pc:sldMk cId="0" sldId="262"/>
            <ac:spMk id="10" creationId="{B50AB553-2A96-4A92-96F2-93548E096954}"/>
          </ac:spMkLst>
        </pc:spChg>
        <pc:graphicFrameChg chg="add">
          <ac:chgData name="Jaime Tur" userId="0c147167-24ab-41cc-821f-e304fffd7c74" providerId="ADAL" clId="{96FACA42-3611-4883-8B93-19C4F783C7AC}" dt="2025-11-14T17:55:58.851" v="13" actId="26606"/>
          <ac:graphicFrameMkLst>
            <pc:docMk/>
            <pc:sldMk cId="0" sldId="262"/>
            <ac:graphicFrameMk id="5" creationId="{5B27CA4B-77CB-B70F-97B4-B8F65A097F95}"/>
          </ac:graphicFrameMkLst>
        </pc:graphicFrameChg>
        <pc:picChg chg="add">
          <ac:chgData name="Jaime Tur" userId="0c147167-24ab-41cc-821f-e304fffd7c74" providerId="ADAL" clId="{96FACA42-3611-4883-8B93-19C4F783C7AC}" dt="2025-11-14T17:55:58.851" v="13" actId="26606"/>
          <ac:picMkLst>
            <pc:docMk/>
            <pc:sldMk cId="0" sldId="262"/>
            <ac:picMk id="6" creationId="{8003957F-A030-8845-B8FE-76EC1661EBA0}"/>
          </ac:picMkLst>
        </pc:picChg>
      </pc:sldChg>
      <pc:sldChg chg="addSp delSp modSp mod setBg">
        <pc:chgData name="Jaime Tur" userId="0c147167-24ab-41cc-821f-e304fffd7c74" providerId="ADAL" clId="{96FACA42-3611-4883-8B93-19C4F783C7AC}" dt="2025-11-14T18:01:05.897" v="35" actId="26606"/>
        <pc:sldMkLst>
          <pc:docMk/>
          <pc:sldMk cId="0" sldId="263"/>
        </pc:sldMkLst>
        <pc:spChg chg="mo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8" creationId="{1BB867FF-FC45-48F7-8104-F89BE54909F1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0" creationId="{8BB56887-D0D5-4F0C-9E19-7247EB83C8B7}"/>
          </ac:spMkLst>
        </pc:spChg>
        <pc:spChg chg="add del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2" creationId="{081E4A58-353D-44AE-B2FC-2A74E2E400F7}"/>
          </ac:spMkLst>
        </pc:spChg>
        <pc:spChg chg="ad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7" creationId="{100EDD19-6802-4EC3-95CE-CFFAB042CFD6}"/>
          </ac:spMkLst>
        </pc:spChg>
        <pc:spChg chg="add">
          <ac:chgData name="Jaime Tur" userId="0c147167-24ab-41cc-821f-e304fffd7c74" providerId="ADAL" clId="{96FACA42-3611-4883-8B93-19C4F783C7AC}" dt="2025-11-14T18:01:05.897" v="35" actId="26606"/>
          <ac:spMkLst>
            <pc:docMk/>
            <pc:sldMk cId="0" sldId="263"/>
            <ac:spMk id="19" creationId="{DB17E863-922E-4C26-BD64-E8FD41D28661}"/>
          </ac:spMkLst>
        </pc:spChg>
      </pc:sldChg>
      <pc:sldChg chg="addSp delSp modSp add mod">
        <pc:chgData name="Jaime Tur" userId="0c147167-24ab-41cc-821f-e304fffd7c74" providerId="ADAL" clId="{96FACA42-3611-4883-8B93-19C4F783C7AC}" dt="2025-11-14T18:04:14.203" v="68"/>
        <pc:sldMkLst>
          <pc:docMk/>
          <pc:sldMk cId="1233346370" sldId="264"/>
        </pc:sldMkLst>
        <pc:spChg chg="mod">
          <ac:chgData name="Jaime Tur" userId="0c147167-24ab-41cc-821f-e304fffd7c74" providerId="ADAL" clId="{96FACA42-3611-4883-8B93-19C4F783C7AC}" dt="2025-11-14T18:03:50.378" v="63"/>
          <ac:spMkLst>
            <pc:docMk/>
            <pc:sldMk cId="1233346370" sldId="264"/>
            <ac:spMk id="2" creationId="{71C92489-1615-4D57-43B5-5E08DF475047}"/>
          </ac:spMkLst>
        </pc:spChg>
        <pc:spChg chg="del">
          <ac:chgData name="Jaime Tur" userId="0c147167-24ab-41cc-821f-e304fffd7c74" providerId="ADAL" clId="{96FACA42-3611-4883-8B93-19C4F783C7AC}" dt="2025-11-14T18:04:01.600" v="64" actId="478"/>
          <ac:spMkLst>
            <pc:docMk/>
            <pc:sldMk cId="1233346370" sldId="264"/>
            <ac:spMk id="3" creationId="{3D5689A9-CFD7-4243-D490-5B60600161EB}"/>
          </ac:spMkLst>
        </pc:spChg>
        <pc:spChg chg="add del mod">
          <ac:chgData name="Jaime Tur" userId="0c147167-24ab-41cc-821f-e304fffd7c74" providerId="ADAL" clId="{96FACA42-3611-4883-8B93-19C4F783C7AC}" dt="2025-11-14T18:04:13.198" v="67" actId="478"/>
          <ac:spMkLst>
            <pc:docMk/>
            <pc:sldMk cId="1233346370" sldId="264"/>
            <ac:spMk id="5" creationId="{0EBA4DA5-2281-4E1D-75B0-CEF5A8B0D08B}"/>
          </ac:spMkLst>
        </pc:spChg>
        <pc:graphicFrameChg chg="add mod">
          <ac:chgData name="Jaime Tur" userId="0c147167-24ab-41cc-821f-e304fffd7c74" providerId="ADAL" clId="{96FACA42-3611-4883-8B93-19C4F783C7AC}" dt="2025-11-14T18:04:08.863" v="66"/>
          <ac:graphicFrameMkLst>
            <pc:docMk/>
            <pc:sldMk cId="1233346370" sldId="264"/>
            <ac:graphicFrameMk id="6" creationId="{BEEA9A67-963E-AE26-497E-B095D3DF647B}"/>
          </ac:graphicFrameMkLst>
        </pc:graphicFrameChg>
        <pc:graphicFrameChg chg="add mod">
          <ac:chgData name="Jaime Tur" userId="0c147167-24ab-41cc-821f-e304fffd7c74" providerId="ADAL" clId="{96FACA42-3611-4883-8B93-19C4F783C7AC}" dt="2025-11-14T18:04:14.203" v="68"/>
          <ac:graphicFrameMkLst>
            <pc:docMk/>
            <pc:sldMk cId="1233346370" sldId="264"/>
            <ac:graphicFrameMk id="7" creationId="{1A639F29-48DF-59A8-5899-535A4C880E2A}"/>
          </ac:graphicFrameMkLst>
        </pc:graphicFrameChg>
      </pc:sldChg>
      <pc:sldChg chg="add">
        <pc:chgData name="Jaime Tur" userId="0c147167-24ab-41cc-821f-e304fffd7c74" providerId="ADAL" clId="{96FACA42-3611-4883-8B93-19C4F783C7AC}" dt="2025-11-14T18:03:43.752" v="62" actId="2890"/>
        <pc:sldMkLst>
          <pc:docMk/>
          <pc:sldMk cId="2426699377" sldId="265"/>
        </pc:sldMkLst>
      </pc:sldChg>
      <pc:sldChg chg="addSp delSp modSp add del mod setBg delDesignElem">
        <pc:chgData name="Jaime Tur" userId="0c147167-24ab-41cc-821f-e304fffd7c74" providerId="ADAL" clId="{96FACA42-3611-4883-8B93-19C4F783C7AC}" dt="2025-11-14T18:05:21.513" v="83" actId="47"/>
        <pc:sldMkLst>
          <pc:docMk/>
          <pc:sldMk cId="1375192382" sldId="266"/>
        </pc:sldMkLst>
        <pc:spChg chg="mod">
          <ac:chgData name="Jaime Tur" userId="0c147167-24ab-41cc-821f-e304fffd7c74" providerId="ADAL" clId="{96FACA42-3611-4883-8B93-19C4F783C7AC}" dt="2025-11-14T18:04:40.151" v="72"/>
          <ac:spMkLst>
            <pc:docMk/>
            <pc:sldMk cId="1375192382" sldId="266"/>
            <ac:spMk id="2" creationId="{1BAA8637-8F4D-5329-1120-8C434F6D0C49}"/>
          </ac:spMkLst>
        </pc:spChg>
        <pc:spChg chg="add del mod">
          <ac:chgData name="Jaime Tur" userId="0c147167-24ab-41cc-821f-e304fffd7c74" providerId="ADAL" clId="{96FACA42-3611-4883-8B93-19C4F783C7AC}" dt="2025-11-14T18:05:01.023" v="77" actId="478"/>
          <ac:spMkLst>
            <pc:docMk/>
            <pc:sldMk cId="1375192382" sldId="266"/>
            <ac:spMk id="4" creationId="{EF0DE79A-C556-154F-A26B-EF53BBD8B119}"/>
          </ac:spMkLst>
        </pc:spChg>
        <pc:spChg chg="add del">
          <ac:chgData name="Jaime Tur" userId="0c147167-24ab-41cc-821f-e304fffd7c74" providerId="ADAL" clId="{96FACA42-3611-4883-8B93-19C4F783C7AC}" dt="2025-11-14T18:05:09.258" v="79"/>
          <ac:spMkLst>
            <pc:docMk/>
            <pc:sldMk cId="1375192382" sldId="266"/>
            <ac:spMk id="17" creationId="{8C2FE627-A056-7A73-517D-36881DA69BAC}"/>
          </ac:spMkLst>
        </pc:spChg>
        <pc:spChg chg="add del">
          <ac:chgData name="Jaime Tur" userId="0c147167-24ab-41cc-821f-e304fffd7c74" providerId="ADAL" clId="{96FACA42-3611-4883-8B93-19C4F783C7AC}" dt="2025-11-14T18:05:09.258" v="79"/>
          <ac:spMkLst>
            <pc:docMk/>
            <pc:sldMk cId="1375192382" sldId="266"/>
            <ac:spMk id="19" creationId="{EA8D81A2-F58D-73B1-2315-75D05FC96385}"/>
          </ac:spMkLst>
        </pc:spChg>
        <pc:graphicFrameChg chg="add mod">
          <ac:chgData name="Jaime Tur" userId="0c147167-24ab-41cc-821f-e304fffd7c74" providerId="ADAL" clId="{96FACA42-3611-4883-8B93-19C4F783C7AC}" dt="2025-11-14T18:04:53.689" v="75"/>
          <ac:graphicFrameMkLst>
            <pc:docMk/>
            <pc:sldMk cId="1375192382" sldId="266"/>
            <ac:graphicFrameMk id="5" creationId="{7D95ED28-F044-B542-FEBC-192E170DE61F}"/>
          </ac:graphicFrameMkLst>
        </pc:graphicFrameChg>
        <pc:graphicFrameChg chg="add del">
          <ac:chgData name="Jaime Tur" userId="0c147167-24ab-41cc-821f-e304fffd7c74" providerId="ADAL" clId="{96FACA42-3611-4883-8B93-19C4F783C7AC}" dt="2025-11-14T18:05:01.023" v="77" actId="478"/>
          <ac:graphicFrameMkLst>
            <pc:docMk/>
            <pc:sldMk cId="1375192382" sldId="266"/>
            <ac:graphicFrameMk id="7" creationId="{152D5676-3B30-632E-AD7F-7DEF057B2216}"/>
          </ac:graphicFrameMkLst>
        </pc:graphicFrameChg>
      </pc:sldChg>
      <pc:sldChg chg="addSp delSp modSp add mod ord">
        <pc:chgData name="Jaime Tur" userId="0c147167-24ab-41cc-821f-e304fffd7c74" providerId="ADAL" clId="{96FACA42-3611-4883-8B93-19C4F783C7AC}" dt="2025-11-14T18:05:47.469" v="89"/>
        <pc:sldMkLst>
          <pc:docMk/>
          <pc:sldMk cId="3924793611" sldId="267"/>
        </pc:sldMkLst>
        <pc:spChg chg="mod">
          <ac:chgData name="Jaime Tur" userId="0c147167-24ab-41cc-821f-e304fffd7c74" providerId="ADAL" clId="{96FACA42-3611-4883-8B93-19C4F783C7AC}" dt="2025-11-14T18:05:28.489" v="84"/>
          <ac:spMkLst>
            <pc:docMk/>
            <pc:sldMk cId="3924793611" sldId="267"/>
            <ac:spMk id="2" creationId="{0BCD6D37-2F8A-1DCD-D975-A8F18DA6B475}"/>
          </ac:spMkLst>
        </pc:spChg>
        <pc:spChg chg="add del mod">
          <ac:chgData name="Jaime Tur" userId="0c147167-24ab-41cc-821f-e304fffd7c74" providerId="ADAL" clId="{96FACA42-3611-4883-8B93-19C4F783C7AC}" dt="2025-11-14T18:05:39.479" v="88" actId="478"/>
          <ac:spMkLst>
            <pc:docMk/>
            <pc:sldMk cId="3924793611" sldId="267"/>
            <ac:spMk id="4" creationId="{A76ED774-EB2B-32E9-6EC6-2959C7D33FCE}"/>
          </ac:spMkLst>
        </pc:spChg>
        <pc:graphicFrameChg chg="add mod">
          <ac:chgData name="Jaime Tur" userId="0c147167-24ab-41cc-821f-e304fffd7c74" providerId="ADAL" clId="{96FACA42-3611-4883-8B93-19C4F783C7AC}" dt="2025-11-14T18:05:47.469" v="89"/>
          <ac:graphicFrameMkLst>
            <pc:docMk/>
            <pc:sldMk cId="3924793611" sldId="267"/>
            <ac:graphicFrameMk id="5" creationId="{632B939B-C724-1408-A078-66B491975A14}"/>
          </ac:graphicFrameMkLst>
        </pc:graphicFrameChg>
        <pc:graphicFrameChg chg="del mod">
          <ac:chgData name="Jaime Tur" userId="0c147167-24ab-41cc-821f-e304fffd7c74" providerId="ADAL" clId="{96FACA42-3611-4883-8B93-19C4F783C7AC}" dt="2025-11-14T18:05:37.496" v="87" actId="478"/>
          <ac:graphicFrameMkLst>
            <pc:docMk/>
            <pc:sldMk cId="3924793611" sldId="267"/>
            <ac:graphicFrameMk id="7" creationId="{D46A45F9-05FB-7A8E-D94A-3832CAFA2A2B}"/>
          </ac:graphicFrameMkLst>
        </pc:graphicFrameChg>
      </pc:sldChg>
      <pc:sldChg chg="addSp delSp modSp add mod">
        <pc:chgData name="Jaime Tur" userId="0c147167-24ab-41cc-821f-e304fffd7c74" providerId="ADAL" clId="{96FACA42-3611-4883-8B93-19C4F783C7AC}" dt="2025-11-14T18:06:33.822" v="105"/>
        <pc:sldMkLst>
          <pc:docMk/>
          <pc:sldMk cId="1501656052" sldId="268"/>
        </pc:sldMkLst>
        <pc:spChg chg="mod">
          <ac:chgData name="Jaime Tur" userId="0c147167-24ab-41cc-821f-e304fffd7c74" providerId="ADAL" clId="{96FACA42-3611-4883-8B93-19C4F783C7AC}" dt="2025-11-14T18:06:20.727" v="102" actId="20577"/>
          <ac:spMkLst>
            <pc:docMk/>
            <pc:sldMk cId="1501656052" sldId="268"/>
            <ac:spMk id="2" creationId="{3E632FE8-EB33-68CF-B802-D334200120B4}"/>
          </ac:spMkLst>
        </pc:spChg>
        <pc:spChg chg="del">
          <ac:chgData name="Jaime Tur" userId="0c147167-24ab-41cc-821f-e304fffd7c74" providerId="ADAL" clId="{96FACA42-3611-4883-8B93-19C4F783C7AC}" dt="2025-11-14T18:06:30.665" v="103" actId="478"/>
          <ac:spMkLst>
            <pc:docMk/>
            <pc:sldMk cId="1501656052" sldId="268"/>
            <ac:spMk id="3" creationId="{C37390BC-8BCA-EDBF-5F7D-F9E001250E80}"/>
          </ac:spMkLst>
        </pc:spChg>
        <pc:spChg chg="add del mod">
          <ac:chgData name="Jaime Tur" userId="0c147167-24ab-41cc-821f-e304fffd7c74" providerId="ADAL" clId="{96FACA42-3611-4883-8B93-19C4F783C7AC}" dt="2025-11-14T18:06:33.283" v="104" actId="478"/>
          <ac:spMkLst>
            <pc:docMk/>
            <pc:sldMk cId="1501656052" sldId="268"/>
            <ac:spMk id="5" creationId="{27510E8C-EEBE-592E-CD40-27D1510EF792}"/>
          </ac:spMkLst>
        </pc:spChg>
        <pc:graphicFrameChg chg="add mod">
          <ac:chgData name="Jaime Tur" userId="0c147167-24ab-41cc-821f-e304fffd7c74" providerId="ADAL" clId="{96FACA42-3611-4883-8B93-19C4F783C7AC}" dt="2025-11-14T18:06:33.822" v="105"/>
          <ac:graphicFrameMkLst>
            <pc:docMk/>
            <pc:sldMk cId="1501656052" sldId="268"/>
            <ac:graphicFrameMk id="6" creationId="{F387B9CB-8919-DB69-5D6E-F0F99125FF2B}"/>
          </ac:graphicFrameMkLst>
        </pc:graphicFrame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16BAD9D-90E1-9FA0-6899-E1720D4888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58A9D6-719C-2946-560D-6D1F6701BC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512AF-DD4E-4B73-98EF-EA3A4CA19885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E790A1-21F7-2AD1-1F2A-3213DDDAB9D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AA72B4-45D1-60AC-4544-0EA77E34427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2F1160-B729-4FCC-8C17-92C930127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90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2.xml"/><Relationship Id="rId2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3.xml"/><Relationship Id="rId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4.xml"/><Relationship Id="rId2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5.xml"/><Relationship Id="rId2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>
            <a:normAutofit/>
          </a:bodyPr>
          <a:lstStyle>
            <a:lvl1pPr algn="ctr">
              <a:defRPr sz="480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244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2DE59C-594C-4F72-46B6-37F8C2F62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77" y="-190005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6B0B038-C0F6-CB78-FEF0-A37A717B5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54" y="1487368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>
            <a:lvl1pPr>
              <a:buNone/>
              <a:defRPr sz="2000"/>
            </a:lvl1pPr>
            <a:lvl2pPr>
              <a:buNone/>
              <a:defRPr sz="1800"/>
            </a:lvl2pPr>
            <a:lvl3pPr>
              <a:buNone/>
              <a:defRPr sz="16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57571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2DE59C-594C-4F72-46B6-37F8C2F62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77" y="-190005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6B0B038-C0F6-CB78-FEF0-A37A717B5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54" y="1487368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05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0600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72DE59C-594C-4F72-46B6-37F8C2F62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77" y="-190005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A6B0B038-C0F6-CB78-FEF0-A37A717B5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6354" y="1487368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1600200"/>
            <a:ext cx="3988130" cy="5105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3D8F64F-8F2C-A452-CFD4-8C1950DD732E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47210" y="1597460"/>
            <a:ext cx="4039590" cy="51054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54118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8956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77165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6992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1" r:id="rId2"/>
    <p:sldLayoutId id="2147483664" r:id="rId3"/>
    <p:sldLayoutId id="2147483662" r:id="rId4"/>
    <p:sldLayoutId id="2147483660" r:id="rId5"/>
    <p:sldLayoutId id="2147483663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Technical User Guide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SSB Retuning Automations (v0.7.3)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sz="1500"/>
            </a:pPr>
            <a:r>
              <a:t>SSB Retuning Automations is an automation platform for SSB retuning projects that can run in GUI or CLI mode or through a Web Interface (using a server/client infrastructure) and orchestrates five functional modules:</a:t>
            </a:r>
          </a:p>
          <a:p>
            <a:pPr lvl="1">
              <a:buChar char="•"/>
              <a:defRPr sz="1500"/>
            </a:pPr>
            <a:r>
              <a:t>Module 0: Update Network Frequencies.</a:t>
            </a:r>
          </a:p>
          <a:p>
            <a:pPr lvl="1">
              <a:buChar char="•"/>
              <a:defRPr sz="1500"/>
            </a:pPr>
            <a:r>
              <a:t>Module 1: Configuration Audit &amp; Logs Parser.</a:t>
            </a:r>
          </a:p>
          <a:p>
            <a:pPr lvl="1">
              <a:buChar char="•"/>
              <a:defRPr sz="1500"/>
            </a:pPr>
            <a:r>
              <a:t>Module 2: Consistency Check (manual Pre/Post).</a:t>
            </a:r>
          </a:p>
          <a:p>
            <a:pPr lvl="1">
              <a:buChar char="•"/>
              <a:defRPr sz="1500"/>
            </a:pPr>
            <a:r>
              <a:t>Module 3: Consistency Check Bulk (automatic Pre/Post detection by market).</a:t>
            </a:r>
          </a:p>
          <a:p>
            <a:pPr lvl="1">
              <a:buChar char="•"/>
              <a:defRPr sz="1500"/>
            </a:pPr>
            <a:r>
              <a:t>Module 4: Final Clean-Up.</a:t>
            </a:r>
          </a:p>
          <a:p>
            <a:pPr>
              <a:buNone/>
              <a:defRPr sz="1500"/>
            </a:pPr>
            <a:r>
              <a:t>The main execution lives in "src/SSB_RetuningAutomations.py", where CLI arguments, GUI, configuration persistence, input resolution (folders/ZIP), per-module execution, and artifact versioning are managed.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technical architecture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Main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Orchestration core</a:t>
            </a:r>
          </a:p>
          <a:p>
            <a:pPr lvl="1">
              <a:buChar char="•"/>
              <a:defRPr sz="1500"/>
            </a:pPr>
            <a:r>
              <a:t>"src/SSB_RetuningAutomations.py": entry point, CLI/GUI parsing, module routing, batch/bulk execution, and versioning.</a:t>
            </a:r>
          </a:p>
          <a:p>
            <a:pPr>
              <a:buNone/>
              <a:defRPr b="1" sz="1600"/>
            </a:pPr>
            <a:r>
              <a:t>Main modules files</a:t>
            </a:r>
          </a:p>
          <a:p>
            <a:pPr lvl="1">
              <a:buChar char="•"/>
              <a:defRPr sz="1500"/>
            </a:pPr>
            <a:r>
              <a:t>"src/modules/ConfigurationAudit/ConfigurationAudit.py": log parsing and audit workbook construction (Excel + PPT).</a:t>
            </a:r>
          </a:p>
          <a:p>
            <a:pPr lvl="1">
              <a:buChar char="•"/>
              <a:defRPr sz="1500"/>
            </a:pPr>
            <a:r>
              <a:t>"src/modules/ConfigurationAudit/ca_summary_excel.py": assembly of "SummaryAudit" and discrepancy dataframes.</a:t>
            </a:r>
          </a:p>
          <a:p>
            <a:pPr lvl="1">
              <a:buChar char="•"/>
              <a:defRPr sz="1500"/>
            </a:pPr>
            <a:r>
              <a:t>"src/modules/ConsistencyChecks/ConsistencyChecks.py": PRE/POST loading, relation comparison, discrepancies, and output export.</a:t>
            </a:r>
          </a:p>
          <a:p>
            <a:pPr lvl="1">
              <a:buChar char="•"/>
              <a:defRPr sz="1500"/>
            </a:pPr>
            <a:r>
              <a:t>"src/modules/ProfilesAudit/ProfilesAudit.py": profiles audit (integrated into module 1).</a:t>
            </a:r>
          </a:p>
          <a:p>
            <a:pPr lvl="1">
              <a:buChar char="•"/>
              <a:defRPr sz="1500"/>
            </a:pPr>
            <a:r>
              <a:t>"src/modules/CleanUp/FinalCleanUp.py": final clean-up (base implementation for extension).</a:t>
            </a:r>
          </a:p>
          <a:p>
            <a:pPr>
              <a:buNone/>
              <a:defRPr b="1" sz="1600"/>
            </a:pPr>
            <a:r>
              <a:t>Common layer and utilities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Repository technical architecture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Main files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"src/modules/Common/*.py": correction command logic and shared functions.</a:t>
            </a:r>
          </a:p>
          <a:p>
            <a:pPr lvl="1">
              <a:buChar char="•"/>
              <a:defRPr sz="1500"/>
            </a:pPr>
            <a:r>
              <a:t>"src/utils/*.py": IO, parsing, frequency handling, Excel, pivots, sorting, infrastructure, and timing.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0 — Update Network Frequencies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Input</a:t>
            </a:r>
          </a:p>
          <a:p>
            <a:pPr lvl="1">
              <a:buChar char="•"/>
              <a:defRPr sz="1500"/>
            </a:pPr>
            <a:r>
              <a:t>Input folder (may contain subfolders/ZIPs already supported by the IO layer).</a:t>
            </a:r>
          </a:p>
          <a:p>
            <a:pPr lvl="1">
              <a:buChar char="•"/>
              <a:defRPr sz="1500"/>
            </a:pPr>
            <a:r>
              <a:t>Logs with an "NRFrequency" table and the "arfcnValueNRDl" column.</a:t>
            </a:r>
          </a:p>
          <a:p>
            <a:pPr>
              <a:buNone/>
              <a:defRPr b="1" sz="1600"/>
            </a:pPr>
            <a:r>
              <a:t>Process</a:t>
            </a:r>
          </a:p>
          <a:p>
            <a:pPr lvl="1">
              <a:buNone/>
              <a:defRPr sz="1500"/>
            </a:pPr>
            <a:r>
              <a:t>1. Scan logs and detects "NRFrequency" blocks.</a:t>
            </a:r>
          </a:p>
          <a:p>
            <a:pPr lvl="1">
              <a:buNone/>
              <a:defRPr sz="1500"/>
            </a:pPr>
            <a:r>
              <a:t>2. Extracts numeric values from "arfcnValueNRDl".</a:t>
            </a:r>
          </a:p>
          <a:p>
            <a:pPr lvl="1">
              <a:buNone/>
              <a:defRPr sz="1500"/>
            </a:pPr>
            <a:r>
              <a:t>3. Removes duplicates and sorts frequencies.</a:t>
            </a:r>
          </a:p>
          <a:p>
            <a:pPr lvl="1">
              <a:buNone/>
              <a:defRPr sz="1500"/>
            </a:pPr>
            <a:r>
              <a:t>4. Updates the persisted “Network frequencies” configuration for GUI/CLI.</a:t>
            </a:r>
          </a:p>
          <a:p>
            <a:pPr>
              <a:buNone/>
              <a:defRPr b="1" sz="1600"/>
            </a:pPr>
            <a:r>
              <a:t>Output</a:t>
            </a:r>
          </a:p>
          <a:p>
            <a:pPr lvl="1">
              <a:buChar char="•"/>
              <a:defRPr sz="1500"/>
            </a:pPr>
            <a:r>
              <a:t>Does not generate Excel/PPT.</a:t>
            </a:r>
          </a:p>
          <a:p>
            <a:pPr lvl="1">
              <a:buChar char="•"/>
              <a:defRPr sz="1500"/>
            </a:pPr>
            <a:r>
              <a:t>Updates the persisted network frequency value used for filtering and selection in later runs.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1 — Configuration Audit &amp; Logs Parser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Inputs</a:t>
            </a:r>
          </a:p>
          <a:p>
            <a:pPr lvl="1">
              <a:buChar char="•"/>
              <a:defRPr sz="1500"/>
            </a:pPr>
            <a:r>
              <a:t>Input folder with logs (".log", ".logs", ".txt") or ZIPs resolvable by utilities.</a:t>
            </a:r>
          </a:p>
          <a:p>
            <a:pPr lvl="1">
              <a:buChar char="•"/>
              <a:defRPr sz="1500"/>
            </a:pPr>
            <a:r>
              <a:t>Frequency parameters:</a:t>
            </a:r>
          </a:p>
          <a:p>
            <a:pPr lvl="2">
              <a:buChar char="•"/>
              <a:defRPr sz="1500"/>
            </a:pPr>
            <a:r>
              <a:t>"n77_ssb_pre"</a:t>
            </a:r>
          </a:p>
          <a:p>
            <a:pPr lvl="2">
              <a:buChar char="•"/>
              <a:defRPr sz="1500"/>
            </a:pPr>
            <a:r>
              <a:t>"n77_ssb_post"</a:t>
            </a:r>
          </a:p>
          <a:p>
            <a:pPr lvl="2">
              <a:buChar char="•"/>
              <a:defRPr sz="1500"/>
            </a:pPr>
            <a:r>
              <a:t>"n77b_ssb"</a:t>
            </a:r>
          </a:p>
          <a:p>
            <a:pPr lvl="2">
              <a:buChar char="•"/>
              <a:defRPr sz="1500"/>
            </a:pPr>
            <a:r>
              <a:t>allowed SSB/ARFCN lists pre/post.</a:t>
            </a:r>
          </a:p>
          <a:p>
            <a:pPr lvl="1">
              <a:buChar char="•"/>
              <a:defRPr sz="1500"/>
            </a:pPr>
            <a:r>
              <a:t>Flags:</a:t>
            </a:r>
          </a:p>
          <a:p>
            <a:pPr lvl="2">
              <a:buChar char="•"/>
              <a:defRPr sz="1500"/>
            </a:pPr>
            <a:r>
              <a:t>"profiles_audit"</a:t>
            </a:r>
          </a:p>
          <a:p>
            <a:pPr lvl="2">
              <a:buChar char="•"/>
              <a:defRPr sz="1500"/>
            </a:pPr>
            <a:r>
              <a:t>"frequency_audit"</a:t>
            </a:r>
          </a:p>
          <a:p>
            <a:pPr lvl="2">
              <a:buChar char="•"/>
              <a:defRPr sz="1500"/>
            </a:pPr>
            <a:r>
              <a:t>"export_correction_cmd"</a:t>
            </a:r>
          </a:p>
          <a:p>
            <a:pPr lvl="2">
              <a:buChar char="•"/>
              <a:defRPr sz="1500"/>
            </a:pPr>
            <a:r>
              <a:t>"fast_excel_export".</a:t>
            </a:r>
          </a:p>
          <a:p>
            <a:pPr>
              <a:buNone/>
              <a:defRPr b="1" sz="1600"/>
            </a:pPr>
            <a:r>
              <a:t>Process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1 — Configuration Audit &amp; Logs Parser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  <a:defRPr sz="1500"/>
            </a:pPr>
            <a:r>
              <a:t>1. Parses files and extracts MO tables by "SubNetwork" blocks.</a:t>
            </a:r>
          </a:p>
          <a:p>
            <a:pPr lvl="1">
              <a:buNone/>
              <a:defRPr sz="1500"/>
            </a:pPr>
            <a:r>
              <a:t>2. Generates one sheet per detected table.</a:t>
            </a:r>
          </a:p>
          <a:p>
            <a:pPr lvl="1">
              <a:buNone/>
              <a:defRPr sz="1500"/>
            </a:pPr>
            <a:r>
              <a:t>3. Builds "SummaryAudit" + pivots/auxiliary summaries.</a:t>
            </a:r>
          </a:p>
          <a:p>
            <a:pPr lvl="1">
              <a:buNone/>
              <a:defRPr sz="1500"/>
            </a:pPr>
            <a:r>
              <a:t>4. Runs profiles audit if enabled.</a:t>
            </a:r>
          </a:p>
          <a:p>
            <a:pPr lvl="1">
              <a:buNone/>
              <a:defRPr sz="1500"/>
            </a:pPr>
            <a:r>
              <a:t>5. Exports CA correction commands if requested.</a:t>
            </a:r>
          </a:p>
          <a:p>
            <a:pPr lvl="1">
              <a:buNone/>
              <a:defRPr sz="1500"/>
            </a:pPr>
            <a:r>
              <a:t>6. Generates the summary PPT.</a:t>
            </a:r>
          </a:p>
          <a:p>
            <a:pPr>
              <a:buNone/>
              <a:defRPr b="1" sz="1600"/>
            </a:pPr>
            <a:r>
              <a:t>Outputs</a:t>
            </a:r>
          </a:p>
          <a:p>
            <a:pPr lvl="1">
              <a:buChar char="•"/>
              <a:defRPr sz="1500"/>
            </a:pPr>
            <a:r>
              <a:t>Folder "ConfigurationAudit_&lt;timestamp&gt;_v&lt;version&gt;/".</a:t>
            </a:r>
          </a:p>
          <a:p>
            <a:pPr lvl="1">
              <a:buChar char="•"/>
              <a:defRPr sz="1500"/>
            </a:pPr>
            <a:r>
              <a:t>Excel file "ConfigurationAudit_&lt;timestamp&gt;_v&lt;version&gt;.xlsx":</a:t>
            </a:r>
          </a:p>
          <a:p>
            <a:pPr lvl="2">
              <a:buChar char="•"/>
              <a:defRPr sz="1500"/>
            </a:pPr>
            <a:r>
              <a:t>Sheets for each parsed MO table.</a:t>
            </a:r>
          </a:p>
          <a:p>
            <a:pPr lvl="2">
              <a:buChar char="•"/>
              <a:defRPr sz="1500"/>
            </a:pPr>
            <a:r>
              <a:t>"SummaryAudit".</a:t>
            </a:r>
          </a:p>
          <a:p>
            <a:pPr lvl="2">
              <a:buChar char="•"/>
              <a:defRPr sz="1500"/>
            </a:pPr>
            <a:r>
              <a:t>NR/LTE parameter discrepancy sheets.</a:t>
            </a:r>
          </a:p>
          <a:p>
            <a:pPr lvl="2">
              <a:buChar char="•"/>
              <a:defRPr sz="1500"/>
            </a:pPr>
            <a:r>
              <a:t>Summary/pivot sheets by frequencies and relations.</a:t>
            </a:r>
          </a:p>
          <a:p>
            <a:pPr lvl="1">
              <a:buChar char="•"/>
              <a:defRPr sz="1500"/>
            </a:pPr>
            <a:r>
              <a:t>PPT file "ConfigurationAudit_&lt;timestamp&gt;_v&lt;version&gt;.pptx".</a:t>
            </a:r>
          </a:p>
          <a:p>
            <a:pPr lvl="1">
              <a:buChar char="•"/>
              <a:defRPr sz="1500"/>
            </a:pPr>
            <a:r>
              <a:t>Optional folder "Correction_Cmd_CA/" with AMOS commands.</a:t>
            </a:r>
          </a:p>
          <a:p>
            <a:pPr>
              <a:buNone/>
              <a:defRPr b="1" sz="1600"/>
            </a:pPr>
            <a:r>
              <a:t>Main semantic content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1 — Configuration Audit &amp; Logs Parser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SummaryAudit contains rows with:</a:t>
            </a:r>
          </a:p>
          <a:p>
            <a:pPr lvl="2">
              <a:buChar char="•"/>
              <a:defRPr sz="1500"/>
            </a:pPr>
            <a:r>
              <a:t>"Category", "SubCategory", "Metric", "Value", "ExtraInfo",</a:t>
            </a:r>
          </a:p>
          <a:p>
            <a:pPr lvl="2">
              <a:buChar char="•"/>
              <a:defRPr sz="1500"/>
            </a:pPr>
            <a:r>
              <a:t>and execution context fields (stage, module, etc. depending on the flow).</a:t>
            </a:r>
          </a:p>
          <a:p>
            <a:pPr lvl="1">
              <a:buChar char="•"/>
              <a:defRPr sz="1500"/>
            </a:pPr>
            <a:r>
              <a:t>"Value" usually represents a count of impacted nodes/cells/relations.</a:t>
            </a:r>
          </a:p>
          <a:p>
            <a:pPr lvl="1">
              <a:buChar char="•"/>
              <a:defRPr sz="1500"/>
            </a:pPr>
            <a:r>
              <a:t>"ExtraInfo" contains the NodeId list or a compact discrepancy detail.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2 — Consistency Check (Pre/Post)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Inputs</a:t>
            </a:r>
          </a:p>
          <a:p>
            <a:pPr lvl="1">
              <a:buChar char="•"/>
              <a:defRPr sz="1500"/>
            </a:pPr>
            <a:r>
              <a:t>"input_pre" and "input_post" (or equivalent resolved structure).</a:t>
            </a:r>
          </a:p>
          <a:p>
            <a:pPr lvl="1">
              <a:buChar char="•"/>
              <a:defRPr sz="1500"/>
            </a:pPr>
            <a:r>
              <a:t>Frequencies "n77_ssb_pre" and "n77_ssb_post".</a:t>
            </a:r>
          </a:p>
          <a:p>
            <a:pPr lvl="1">
              <a:buChar char="•"/>
              <a:defRPr sz="1500"/>
            </a:pPr>
            <a:r>
              <a:t>Optional reference to PRE and POST "ConfigurationAudit" to enrich target classification.</a:t>
            </a:r>
          </a:p>
          <a:p>
            <a:pPr lvl="1">
              <a:buChar char="•"/>
              <a:defRPr sz="1500"/>
            </a:pPr>
            <a:r>
              <a:t>Optional list of frequency filters ("cc_freq_filters").</a:t>
            </a:r>
          </a:p>
          <a:p>
            <a:pPr>
              <a:buNone/>
              <a:defRPr b="1" sz="1600"/>
            </a:pPr>
            <a:r>
              <a:t>Process</a:t>
            </a:r>
          </a:p>
          <a:p>
            <a:pPr lvl="1">
              <a:buNone/>
              <a:defRPr sz="1500"/>
            </a:pPr>
            <a:r>
              <a:t>1. Loads relation tables ("GUtranCellRelation", "NRCellRelation").</a:t>
            </a:r>
          </a:p>
          <a:p>
            <a:pPr lvl="1">
              <a:buNone/>
              <a:defRPr sz="1500"/>
            </a:pPr>
            <a:r>
              <a:t>2. Normalizes columns/keys and selects the most recent snapshots by date.</a:t>
            </a:r>
          </a:p>
          <a:p>
            <a:pPr lvl="1">
              <a:buNone/>
              <a:defRPr sz="1500"/>
            </a:pPr>
            <a:r>
              <a:t>3. Detect:</a:t>
            </a:r>
          </a:p>
          <a:p>
            <a:pPr lvl="2">
              <a:buChar char="•"/>
              <a:defRPr sz="1500"/>
            </a:pPr>
            <a:r>
              <a:t>new relations,</a:t>
            </a:r>
          </a:p>
          <a:p>
            <a:pPr lvl="2">
              <a:buChar char="•"/>
              <a:defRPr sz="1500"/>
            </a:pPr>
            <a:r>
              <a:t>missing relations,</a:t>
            </a:r>
          </a:p>
          <a:p>
            <a:pPr lvl="2">
              <a:buChar char="•"/>
              <a:defRPr sz="1500"/>
            </a:pPr>
            <a:r>
              <a:t>parameter discrepancies,</a:t>
            </a:r>
          </a:p>
          <a:p>
            <a:pPr lvl="2">
              <a:buChar char="•"/>
              <a:defRPr sz="1500"/>
            </a:pPr>
            <a:r>
              <a:t>frequency discrepancies,</a:t>
            </a:r>
          </a:p>
          <a:p>
            <a:pPr lvl="2">
              <a:buChar char="•"/>
              <a:defRPr sz="1500"/>
            </a:pPr>
            <a:r>
              <a:t>summary by PRE/POST frequency pair.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2 — Consistency Check (Pre/Post)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  <a:defRPr sz="1500"/>
            </a:pPr>
            <a:r>
              <a:t>4. Classify destination targets as "SSB-Pre", "SSB-Post" or "Unknown".</a:t>
            </a:r>
          </a:p>
          <a:p>
            <a:pPr lvl="1">
              <a:buNone/>
              <a:defRPr sz="1500"/>
            </a:pPr>
            <a:r>
              <a:t>5. Exports detailed Excel outputs and correction commands.</a:t>
            </a:r>
          </a:p>
          <a:p>
            <a:pPr>
              <a:buNone/>
              <a:defRPr b="1" sz="1600"/>
            </a:pPr>
            <a:r>
              <a:t>Outputs</a:t>
            </a:r>
          </a:p>
          <a:p>
            <a:pPr lvl="1">
              <a:buChar char="•"/>
              <a:defRPr sz="1500"/>
            </a:pPr>
            <a:r>
              <a:t>"CellRelation_&lt;timestamp&gt;_v&lt;version&gt;.xlsx" (end-to-end relations view).</a:t>
            </a:r>
          </a:p>
          <a:p>
            <a:pPr lvl="1">
              <a:buChar char="•"/>
              <a:defRPr sz="1500"/>
            </a:pPr>
            <a:r>
              <a:t>"ConsistencyChecks_CellRelation_&lt;timestamp&gt;_v&lt;version&gt;.xlsx" with:</a:t>
            </a:r>
          </a:p>
          <a:p>
            <a:pPr lvl="2">
              <a:buChar char="•"/>
              <a:defRPr sz="1500"/>
            </a:pPr>
            <a:r>
              <a:t>"Summary"</a:t>
            </a:r>
          </a:p>
          <a:p>
            <a:pPr lvl="2">
              <a:buChar char="•"/>
              <a:defRPr sz="1500"/>
            </a:pPr>
            <a:r>
              <a:t>"SummaryAuditComparisson" (if there is PRE/POST SummaryAudit)</a:t>
            </a:r>
          </a:p>
          <a:p>
            <a:pPr lvl="2">
              <a:buChar char="•"/>
              <a:defRPr sz="1500"/>
            </a:pPr>
            <a:r>
              <a:t>"Summary_CellRelation"</a:t>
            </a:r>
          </a:p>
          <a:p>
            <a:pPr lvl="2">
              <a:buChar char="•"/>
              <a:defRPr sz="1500"/>
            </a:pPr>
            <a:r>
              <a:t>GU blocks: "GU_relations", "GU_param_disc", "GU_freq_disc", "GU_freq_disc_unknown", "GU_missing", "GU_new"</a:t>
            </a:r>
          </a:p>
          <a:p>
            <a:pPr lvl="2">
              <a:buChar char="•"/>
              <a:defRPr sz="1500"/>
            </a:pPr>
            <a:r>
              <a:t>NR blocks: "NR_relations", "NR_param_disc", "NR_freq_disc", "NR_freq_disc_unknown", "NR_missing", "NR_new"</a:t>
            </a:r>
          </a:p>
          <a:p>
            <a:pPr lvl="2">
              <a:buChar char="•"/>
              <a:defRPr sz="1500"/>
            </a:pPr>
            <a:r>
              <a:t>optional "GU_all", "NR_all".</a:t>
            </a:r>
          </a:p>
          <a:p>
            <a:pPr lvl="1">
              <a:buChar char="•"/>
              <a:defRPr sz="1500"/>
            </a:pPr>
            <a:r>
              <a:t>"Correction_Cmd_CC/" with commands per type (new/missing/discrepancies).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3 — Consistency Check Bulk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Inputs</a:t>
            </a:r>
          </a:p>
          <a:p>
            <a:pPr lvl="1">
              <a:buChar char="•"/>
              <a:defRPr sz="1500"/>
            </a:pPr>
            <a:r>
              <a:t>Root folder with subfolders like "yyyymmdd_hhmm_step0" (optionally nested by market).</a:t>
            </a:r>
          </a:p>
          <a:p>
            <a:pPr>
              <a:buNone/>
              <a:defRPr b="1" sz="1600"/>
            </a:pPr>
            <a:r>
              <a:t>Process</a:t>
            </a:r>
          </a:p>
          <a:p>
            <a:pPr lvl="1">
              <a:buNone/>
              <a:defRPr sz="1500"/>
            </a:pPr>
            <a:r>
              <a:t>1. Detects PRE/POST candidates by the most appropriate date/time.</a:t>
            </a:r>
          </a:p>
          <a:p>
            <a:pPr lvl="1">
              <a:buNone/>
              <a:defRPr sz="1500"/>
            </a:pPr>
            <a:r>
              <a:t>2. Excludes folders using a blacklist ("ignore", "old", "bad", "partial", "incomplete", "discard", etc.).</a:t>
            </a:r>
          </a:p>
          <a:p>
            <a:pPr lvl="1">
              <a:buNone/>
              <a:defRPr sz="1500"/>
            </a:pPr>
            <a:r>
              <a:t>3. Runs Module 2 for each detected market.</a:t>
            </a:r>
          </a:p>
          <a:p>
            <a:pPr>
              <a:buNone/>
              <a:defRPr b="1" sz="1600"/>
            </a:pPr>
            <a:r>
              <a:t>Outputs</a:t>
            </a:r>
          </a:p>
          <a:p>
            <a:pPr lvl="1">
              <a:buChar char="•"/>
              <a:defRPr sz="1500"/>
            </a:pPr>
            <a:r>
              <a:t>Same output structure as module 2, per market.</a:t>
            </a:r>
          </a:p>
          <a:p>
            <a:pPr lvl="1">
              <a:buChar char="•"/>
              <a:defRPr sz="1500"/>
            </a:pPr>
            <a:r>
              <a:t>Traceability file "FoldersCompared.txt".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Inputs, outputs, and content per module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Module 4 — Final Clean-Up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Inputs</a:t>
            </a:r>
          </a:p>
          <a:p>
            <a:pPr lvl="1">
              <a:buChar char="•"/>
              <a:defRPr sz="1500"/>
            </a:pPr>
            <a:r>
              <a:t>Final retune working folder.</a:t>
            </a:r>
          </a:p>
          <a:p>
            <a:pPr>
              <a:buNone/>
              <a:defRPr b="1" sz="1600"/>
            </a:pPr>
            <a:r>
              <a:t>Process</a:t>
            </a:r>
          </a:p>
          <a:p>
            <a:pPr lvl="1">
              <a:buChar char="•"/>
              <a:defRPr sz="1500"/>
            </a:pPr>
            <a:r>
              <a:t>Executes final cleanup policies (structure prepared to expand rules).</a:t>
            </a:r>
          </a:p>
          <a:p>
            <a:pPr>
              <a:buNone/>
              <a:defRPr b="1" sz="1600"/>
            </a:pPr>
            <a:r>
              <a:t>Outputs</a:t>
            </a:r>
          </a:p>
          <a:p>
            <a:pPr lvl="1">
              <a:buChar char="•"/>
              <a:defRPr sz="1500"/>
            </a:pPr>
            <a:r>
              <a:t>Versioned cleanup directory according to the active implementation.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SummaryAudit checks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sz="1500"/>
            </a:pPr>
            <a:r>
              <a:t>SummaryAudit sheet contains a high-level checks table by categories. The flow:</a:t>
            </a:r>
          </a:p>
          <a:p>
            <a:pPr lvl="1">
              <a:buNone/>
              <a:defRPr sz="1500"/>
            </a:pPr>
            <a:r>
              <a:t>1. Excludes "UNSYNCHRONIZED" nodes based on "MeContext".</a:t>
            </a:r>
          </a:p>
          <a:p>
            <a:pPr lvl="1">
              <a:buNone/>
              <a:defRPr sz="1500"/>
            </a:pPr>
            <a:r>
              <a:t>2. Evaluates NR, LTE, ENDC, Externals, TermPoints, cardinalities, and profiles.</a:t>
            </a:r>
          </a:p>
          <a:p>
            <a:pPr lvl="1">
              <a:buNone/>
              <a:defRPr sz="1500"/>
            </a:pPr>
            <a:r>
              <a:t>3. Records each check as a row ("Category/SubCategory/Metric/Value/ExtraInfo").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Operational meaning of SummaryAudit rows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Category: audited technical domain (NR/LTE/ENDC/MeContext/etc.).</a:t>
            </a:r>
          </a:p>
          <a:p>
            <a:pPr lvl="1">
              <a:buChar char="•"/>
              <a:defRPr sz="1500"/>
            </a:pPr>
            <a:r>
              <a:t>SubCategory: type of analysis (Audit/Inconsistencies/Profiles).</a:t>
            </a:r>
          </a:p>
          <a:p>
            <a:pPr lvl="1">
              <a:buChar char="•"/>
              <a:defRPr sz="1500"/>
            </a:pPr>
            <a:r>
              <a:t>Metric: specific rule evaluated.</a:t>
            </a:r>
          </a:p>
          <a:p>
            <a:pPr lvl="1">
              <a:buChar char="•"/>
              <a:defRPr sz="1500"/>
            </a:pPr>
            <a:r>
              <a:t>Value:</a:t>
            </a:r>
          </a:p>
          <a:p>
            <a:pPr lvl="2">
              <a:buChar char="•"/>
              <a:defRPr sz="1500"/>
            </a:pPr>
            <a:r>
              <a:t>Integer: number of affected nodes/relations/cells.</a:t>
            </a:r>
          </a:p>
          <a:p>
            <a:pPr lvl="2">
              <a:buChar char="•"/>
              <a:defRPr sz="1500"/>
            </a:pPr>
            <a:r>
              <a:t>"N/A": not evaluable due to missing columns.</a:t>
            </a:r>
          </a:p>
          <a:p>
            <a:pPr lvl="2">
              <a:buChar char="•"/>
              <a:defRPr sz="1500"/>
            </a:pPr>
            <a:r>
              <a:t>Text: captured status or error.</a:t>
            </a:r>
          </a:p>
          <a:p>
            <a:pPr lvl="1">
              <a:buChar char="•"/>
              <a:defRPr sz="1500"/>
            </a:pPr>
            <a:r>
              <a:t>ExtraInfo: list of nodes or bounded detail for troubleshooting.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SummaryAudit checks catalog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MeContext Audit</a:t>
            </a:r>
          </a:p>
          <a:p>
            <a:pPr lvl="1">
              <a:buChar char="•"/>
              <a:defRPr sz="1500"/>
            </a:pPr>
            <a:r>
              <a:t>total unique nodes and unsynchronized node exclusion.</a:t>
            </a:r>
          </a:p>
          <a:p>
            <a:pPr lvl="1">
              <a:buChar char="•"/>
              <a:defRPr sz="1500"/>
            </a:pPr>
            <a:r>
              <a:t>"UNSYNCHRONIZED" nodes (excluded from the rest of the audits).</a:t>
            </a:r>
          </a:p>
          <a:p>
            <a:pPr>
              <a:buNone/>
              <a:defRPr b="1" sz="1600"/>
            </a:pPr>
            <a:r>
              <a:t>NR Frequency Audit / NR Frequency Inconsistencies</a:t>
            </a:r>
          </a:p>
          <a:p>
            <a:pPr>
              <a:buNone/>
              <a:defRPr sz="1500"/>
            </a:pPr>
            <a:r>
              <a:t>Source tables: "NRCellDU", "NRFrequency", "NRFreqRelation", "NRSectorCarrier", "NRCellRelation", "ExternalNRCellCU", "TermPointToGNodeB", "TermPointToGNB".</a:t>
            </a:r>
          </a:p>
          <a:p>
            <a:pPr>
              <a:buNone/>
              <a:defRPr sz="1500"/>
            </a:pPr>
            <a:r>
              <a:t>Main checks:</a:t>
            </a:r>
          </a:p>
          <a:p>
            <a:pPr lvl="1">
              <a:buChar char="•"/>
              <a:defRPr sz="1500"/>
            </a:pPr>
            <a:r>
              <a:t>Detection of NR nodes with N77 SSB (band 646600–660000).</a:t>
            </a:r>
          </a:p>
          <a:p>
            <a:pPr lvl="1">
              <a:buChar char="•"/>
              <a:defRPr sz="1500"/>
            </a:pPr>
            <a:r>
              <a:t>Classification of NR nodes as LowMidBand / mmWave / mixed.</a:t>
            </a:r>
          </a:p>
          <a:p>
            <a:pPr lvl="1">
              <a:buChar char="•"/>
              <a:defRPr sz="1500"/>
            </a:pPr>
            <a:r>
              <a:t>Nodes whose N77 SSBs are fully within allowed PRE or POST lists.</a:t>
            </a:r>
          </a:p>
          <a:p>
            <a:pPr lvl="1">
              <a:buChar char="•"/>
              <a:defRPr sz="1500"/>
            </a:pPr>
            <a:r>
              <a:t>Nodes with N77 SSB outside allowed lists.</a:t>
            </a:r>
          </a:p>
          <a:p>
            <a:pPr lvl="1">
              <a:buChar char="•"/>
              <a:defRPr sz="1500"/>
            </a:pPr>
            <a:r>
              <a:t>Old/new SSB presence per node (only old, only new, both).</a:t>
            </a:r>
          </a:p>
          <a:p>
            <a:pPr lvl="1">
              <a:buChar char="•"/>
              <a:defRPr sz="1500"/>
            </a:pPr>
            <a:r>
              <a:t>Nodes with NRFreqRelationId in an unexpected format (auto-created outside convention).</a:t>
            </a:r>
          </a:p>
          <a:p>
            <a:pPr lvl="1">
              <a:buChar char="•"/>
              <a:defRPr sz="1500"/>
            </a:pPr>
            <a:r>
              <a:t>NR relations to old/new SSB.</a:t>
            </a:r>
          </a:p>
          <a:p>
            <a:pPr lvl="1">
              <a:buChar char="•"/>
              <a:defRPr sz="1500"/>
            </a:pPr>
            <a:r>
              <a:t>NR externals and termpoints pointing to old/new/unknown.</a:t>
            </a:r>
          </a:p>
          <a:p>
            <a:pPr>
              <a:buNone/>
              <a:defRPr sz="1500"/>
            </a:pPr>
            <a:r>
              <a:t>Typical triggering: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SummaryAudit checks catalog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Each check is enabled if the table and minimum required columns exist.</a:t>
            </a:r>
          </a:p>
          <a:p>
            <a:pPr lvl="1">
              <a:buChar char="•"/>
              <a:defRPr sz="1500"/>
            </a:pPr>
            <a:r>
              <a:t>If columns are missing, a "N/A" status row is added.</a:t>
            </a:r>
          </a:p>
          <a:p>
            <a:pPr lvl="1">
              <a:buChar char="•"/>
              <a:defRPr sz="1500"/>
            </a:pPr>
            <a:r>
              <a:t>If the table is empty or not found, an informative row "Table not found or empty" is added.</a:t>
            </a:r>
          </a:p>
          <a:p>
            <a:pPr>
              <a:buNone/>
              <a:defRPr sz="1500"/>
            </a:pPr>
            <a:r>
              <a:t>Interpretation:</a:t>
            </a:r>
          </a:p>
          <a:p>
            <a:pPr lvl="1">
              <a:buChar char="•"/>
              <a:defRPr sz="1500"/>
            </a:pPr>
            <a:r>
              <a:t>"Value &gt; 0" in inconsistencies indicates a real deviation that requires investigation.</a:t>
            </a:r>
          </a:p>
          <a:p>
            <a:pPr lvl="1">
              <a:buChar char="•"/>
              <a:defRPr sz="1500"/>
            </a:pPr>
            <a:r>
              <a:t>"ExtraInfo" typically lists affected nodes for operational targeting.</a:t>
            </a:r>
          </a:p>
          <a:p>
            <a:pPr>
              <a:buNone/>
              <a:defRPr b="1" sz="1600"/>
            </a:pPr>
            <a:r>
              <a:t>LTE Frequency Audit / LTE Frequency Inconsistencies</a:t>
            </a:r>
          </a:p>
          <a:p>
            <a:pPr>
              <a:buNone/>
              <a:defRPr sz="1500"/>
            </a:pPr>
            <a:r>
              <a:t>Source tables: "GUtranSyncSignalFrequency", "GUtranFreqRelation", "GUtranCellRelation", "ExternalGUtranCell", "TermPointToENodeB".</a:t>
            </a:r>
          </a:p>
          <a:p>
            <a:pPr>
              <a:buNone/>
              <a:defRPr sz="1500"/>
            </a:pPr>
            <a:r>
              <a:t>Main checks:</a:t>
            </a:r>
          </a:p>
          <a:p>
            <a:pPr lvl="1">
              <a:buChar char="•"/>
              <a:defRPr sz="1500"/>
            </a:pPr>
            <a:r>
              <a:t>LTE nodes with old/new SSB.</a:t>
            </a:r>
          </a:p>
          <a:p>
            <a:pPr lvl="1">
              <a:buChar char="•"/>
              <a:defRPr sz="1500"/>
            </a:pPr>
            <a:r>
              <a:t>Nodes with both old/new or old without new.</a:t>
            </a:r>
          </a:p>
          <a:p>
            <a:pPr lvl="1">
              <a:buChar char="•"/>
              <a:defRPr sz="1500"/>
            </a:pPr>
            <a:r>
              <a:t>SSB outside the expected pre/post set.</a:t>
            </a:r>
          </a:p>
          <a:p>
            <a:pPr lvl="1">
              <a:buChar char="•"/>
              <a:defRPr sz="1500"/>
            </a:pPr>
            <a:r>
              <a:t>LTE relations to old/new and parameter discrepancies per cell relation.</a:t>
            </a:r>
          </a:p>
          <a:p>
            <a:pPr lvl="1">
              <a:buChar char="•"/>
              <a:defRPr sz="1500"/>
            </a:pPr>
            <a:r>
              <a:t>LTE externals OUT_OF_SERVICE for old/new.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Configuration Audit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SummaryAudit checks catalog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b="1" sz="1600"/>
            </a:pPr>
            <a:r>
              <a:t>ENDC Audit / ENDC Inconsistencies</a:t>
            </a:r>
          </a:p>
          <a:p>
            <a:pPr>
              <a:buNone/>
              <a:defRPr sz="1500"/>
            </a:pPr>
            <a:r>
              <a:t>Source tables: "EndcDistrProfile", "FreqPrioNR".</a:t>
            </a:r>
          </a:p>
          <a:p>
            <a:pPr>
              <a:buNone/>
              <a:defRPr sz="1500"/>
            </a:pPr>
            <a:r>
              <a:t>Main checks:</a:t>
            </a:r>
          </a:p>
          <a:p>
            <a:pPr lvl="1">
              <a:buChar char="•"/>
              <a:defRPr sz="1500"/>
            </a:pPr>
            <a:r>
              <a:t>"gUtranFreqRef" and "mandatoryGUtranFreqRef" with old/new + N77B combinations.</a:t>
            </a:r>
          </a:p>
          <a:p>
            <a:pPr lvl="1">
              <a:buChar char="•"/>
              <a:defRPr sz="1500"/>
            </a:pPr>
            <a:r>
              <a:t>Nodes that do not contain the expected frequency combination.</a:t>
            </a:r>
          </a:p>
          <a:p>
            <a:pPr lvl="1">
              <a:buChar char="•"/>
              <a:defRPr sz="1500"/>
            </a:pPr>
            <a:r>
              <a:t>In "FreqPrioNR": old without new, both present, and parameter mismatch per cell.</a:t>
            </a:r>
          </a:p>
          <a:p>
            <a:pPr>
              <a:buNone/>
              <a:defRPr b="1" sz="1600"/>
            </a:pPr>
            <a:r>
              <a:t>Cardinalities Audit / Inconsistencies</a:t>
            </a:r>
          </a:p>
          <a:p>
            <a:pPr>
              <a:buNone/>
              <a:defRPr sz="1500"/>
            </a:pPr>
            <a:r>
              <a:t>Cardinality checks per relation table (per node and/or per cell) to detect overprovisioning or gaps versus expected limits.</a:t>
            </a:r>
          </a:p>
          <a:p>
            <a:pPr>
              <a:buNone/>
              <a:defRPr b="1" sz="1600"/>
            </a:pPr>
            <a:r>
              <a:t>Profiles Audit (if enabled)</a:t>
            </a:r>
          </a:p>
          <a:p>
            <a:pPr lvl="1">
              <a:buChar char="•"/>
              <a:defRPr sz="1500"/>
            </a:pPr>
            <a:r>
              <a:t>Compares PRE/POST profiles by supported profile MO.</a:t>
            </a:r>
          </a:p>
          <a:p>
            <a:pPr lvl="1">
              <a:buChar char="•"/>
              <a:defRPr sz="1500"/>
            </a:pPr>
            <a:r>
              <a:t>Detects parameter discrepancies between old/new variants.</a:t>
            </a:r>
          </a:p>
          <a:p>
            <a:pPr lvl="1">
              <a:buChar char="•"/>
              <a:defRPr sz="1500"/>
            </a:pPr>
            <a:r>
              <a:t>Adds results to SummaryAudit and auxiliary detail sheets.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Filtering by non-retuned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sz="1500"/>
            </a:pPr>
            <a:r>
              <a:t>If a POST SummaryAudit exists, the module obtains PRE/POST node lists and can exclude discrepancies whose target points to nodes that did not complete retune, reducing operational noise.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How it detects parameter discrepancies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  <a:defRPr sz="1500"/>
            </a:pPr>
            <a:r>
              <a:t>1. Selects common PRE and POST relations by composite key:</a:t>
            </a:r>
          </a:p>
          <a:p>
            <a:pPr lvl="2">
              <a:buChar char="•"/>
              <a:defRPr sz="1500"/>
            </a:pPr>
            <a:r>
              <a:t>GU: typically "NodeId", "EUtranCellFDDId", "GUtranCellRelationId".</a:t>
            </a:r>
          </a:p>
          <a:p>
            <a:pPr lvl="2">
              <a:buChar char="•"/>
              <a:defRPr sz="1500"/>
            </a:pPr>
            <a:r>
              <a:t>NR: typically "NodeId", "NRCellCUId", "NRCellRelationId".</a:t>
            </a:r>
          </a:p>
          <a:p>
            <a:pPr lvl="1">
              <a:buNone/>
              <a:defRPr sz="1500"/>
            </a:pPr>
            <a:r>
              <a:t>2. Excludes control columns (keys, frequency, Pre/Post, Date).</a:t>
            </a:r>
          </a:p>
          <a:p>
            <a:pPr lvl="1">
              <a:buNone/>
              <a:defRPr sz="1500"/>
            </a:pPr>
            <a:r>
              <a:t>3. Compares value-by-value across shared columns.</a:t>
            </a:r>
          </a:p>
          <a:p>
            <a:pPr lvl="1">
              <a:buNone/>
              <a:defRPr sz="1500"/>
            </a:pPr>
            <a:r>
              <a:t>4. Sets "ParamDiff=True" if at least one column differs.</a:t>
            </a:r>
          </a:p>
          <a:p>
            <a:pPr lvl="1">
              <a:buNone/>
              <a:defRPr sz="1500"/>
            </a:pPr>
            <a:r>
              <a:t>5. In GU it ignores "timeOfCreation" and "mobilityStatusNR" to avoid false positives.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How it detects frequency discrepancies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None/>
              <a:defRPr sz="1500"/>
            </a:pPr>
            <a:r>
              <a:t>1. Extracts base frequency from relation references ("extract_gu_freq_base" / "extract_nr_freq_base").</a:t>
            </a:r>
          </a:p>
          <a:p>
            <a:pPr lvl="1">
              <a:buNone/>
              <a:defRPr sz="1500"/>
            </a:pPr>
            <a:r>
              <a:t>2. Discrepancy rule:</a:t>
            </a:r>
          </a:p>
          <a:p>
            <a:pPr lvl="2">
              <a:buChar char="•"/>
              <a:defRPr sz="1500"/>
            </a:pPr>
            <a:r>
              <a:t>if PRE had "freq_before" or "freq_after", and POST does not end up in "freq_after", it marks "FreqDiff=True".</a:t>
            </a:r>
          </a:p>
          <a:p>
            <a:pPr lvl="1">
              <a:buNone/>
              <a:defRPr sz="1500"/>
            </a:pPr>
            <a:r>
              <a:t>3. Classifies the discrepancy as:</a:t>
            </a:r>
          </a:p>
          <a:p>
            <a:pPr lvl="2">
              <a:buChar char="•"/>
              <a:defRPr sz="1500"/>
            </a:pPr>
            <a:r>
              <a:t>"FreqDiff_SSBPost" (target identified as SSB-Post),</a:t>
            </a:r>
          </a:p>
          <a:p>
            <a:pPr lvl="2">
              <a:buChar char="•"/>
              <a:defRPr sz="1500"/>
            </a:pPr>
            <a:r>
              <a:t>"FreqDiff_Unknown" (cannot be associated to a known target).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How it detects neighbor discrepancies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  <a:defRPr sz="1500"/>
            </a:pPr>
            <a:r>
              <a:t>They are split into three groups:</a:t>
            </a:r>
          </a:p>
          <a:p>
            <a:pPr lvl="1">
              <a:buChar char="•"/>
              <a:defRPr sz="1500"/>
            </a:pPr>
            <a:r>
              <a:t>New relations: keys present in POST and absent in PRE.</a:t>
            </a:r>
          </a:p>
          <a:p>
            <a:pPr lvl="1">
              <a:buChar char="•"/>
              <a:defRPr sz="1500"/>
            </a:pPr>
            <a:r>
              <a:t>Missing relations: keys present in PRE and absent in POST.</a:t>
            </a:r>
          </a:p>
          <a:p>
            <a:pPr lvl="1">
              <a:buChar char="•"/>
              <a:defRPr sz="1500"/>
            </a:pPr>
            <a:r>
              <a:t>Discrepancies: same key in PRE/POST but with parametric or frequency differences.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Consistency Check module in detail</a:t>
            </a:r>
          </a:p>
          <a:p>
            <a:pPr>
              <a:defRPr b="0" sz="2000">
                <a:solidFill>
                  <a:schemeClr val="accent2"/>
                </a:solidFill>
              </a:defRPr>
            </a:pPr>
            <a:r>
              <a:t>Content of each ConsistencyChecks output 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Summary: KPIs per table (PRE/POST volume, discrepancies, new/missing, source files).</a:t>
            </a:r>
          </a:p>
          <a:p>
            <a:pPr lvl="1">
              <a:buChar char="•"/>
              <a:defRPr sz="1500"/>
            </a:pPr>
            <a:r>
              <a:t>SummaryAuditComparisson: diff of SummaryAudit PRE vs POST metrics (without "ExtraInfo" to keep the comparison clean).</a:t>
            </a:r>
          </a:p>
          <a:p>
            <a:pPr lvl="1">
              <a:buChar char="•"/>
              <a:defRPr sz="1500"/>
            </a:pPr>
            <a:r>
              <a:t>Summary_CellRelation: KPI per "Freq_Pre/Freq_Post" pair and per technology.</a:t>
            </a:r>
          </a:p>
          <a:p>
            <a:pPr lvl="1">
              <a:buChar char="•"/>
              <a:defRPr sz="1500"/>
            </a:pPr>
            <a:r>
              <a:t>GU_relations / NR_relations: relation universe enriched with target classification and command snippets.</a:t>
            </a:r>
          </a:p>
          <a:p>
            <a:pPr lvl="1">
              <a:buChar char="•"/>
              <a:defRPr sz="1500"/>
            </a:pPr>
            <a:r>
              <a:t>GU_param_disc / NR_param_disc: common relations with param differences.</a:t>
            </a:r>
          </a:p>
          <a:p>
            <a:pPr lvl="1">
              <a:buChar char="•"/>
              <a:defRPr sz="1500"/>
            </a:pPr>
            <a:r>
              <a:t>GU_freq_disc / NR_freq_disc: frequency discrepancies to SSB-Post targets.</a:t>
            </a:r>
          </a:p>
          <a:p>
            <a:pPr lvl="1">
              <a:buChar char="•"/>
              <a:defRPr sz="1500"/>
            </a:pPr>
            <a:r>
              <a:t>GU_freq_disc_unknown / NR_freq_disc_unknown: discrepancies with non-classifiable targets.</a:t>
            </a:r>
          </a:p>
          <a:p>
            <a:pPr lvl="1">
              <a:buChar char="•"/>
              <a:defRPr sz="1500"/>
            </a:pPr>
            <a:r>
              <a:t>GU_missing / NR_missing: relations removed versus PRE.</a:t>
            </a:r>
          </a:p>
          <a:p>
            <a:pPr lvl="1">
              <a:buChar char="•"/>
              <a:defRPr sz="1500"/>
            </a:pPr>
            <a:r>
              <a:t>GU_new / NR_new: relations added in POST.</a:t>
            </a:r>
          </a:p>
          <a:p>
            <a:pPr lvl="1">
              <a:buChar char="•"/>
              <a:defRPr sz="1500"/>
            </a:pPr>
            <a:r>
              <a:t>GU_all / NR_all: optional consolidated dump for extended analysis.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 requirements and operational 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Keep market log exports in a consistent structure (especially for bulk).</a:t>
            </a:r>
          </a:p>
          <a:p>
            <a:pPr lvl="1">
              <a:buChar char="•"/>
              <a:defRPr sz="1500"/>
            </a:pPr>
            <a:r>
              <a:t>Validate that PRE/POST have the same table granularity and consistent naming.</a:t>
            </a:r>
          </a:p>
          <a:p>
            <a:pPr lvl="1">
              <a:buChar char="•"/>
              <a:defRPr sz="1500"/>
            </a:pPr>
            <a:r>
              <a:t>Validate frequency inputs ("n77_ssb_pre", "n77_ssb_post", "n77b_ssb") before batch execution.</a:t>
            </a:r>
          </a:p>
          <a:p>
            <a:pPr lvl="1">
              <a:buChar char="•"/>
              <a:defRPr sz="1500"/>
            </a:pPr>
            <a:r>
              <a:t>Correctly configure allowed SSB/ARFCN lists to minimize false positives.</a:t>
            </a:r>
          </a:p>
          <a:p>
            <a:pPr lvl="1">
              <a:buChar char="•"/>
              <a:defRPr sz="1500"/>
            </a:pPr>
            <a:r>
              <a:t>Run Configuration Audit before Consistency Checks whenever possible.</a:t>
            </a:r>
          </a:p>
          <a:p>
            <a:pPr lvl="1">
              <a:buChar char="•"/>
              <a:defRPr sz="1500"/>
            </a:pPr>
            <a:r>
              <a:t>Use Bulk mode only with a controlled folder naming convention.</a:t>
            </a:r>
          </a:p>
          <a:p>
            <a:pPr lvl="1">
              <a:buChar char="•"/>
              <a:defRPr sz="1500"/>
            </a:pPr>
            <a:r>
              <a:t>Review "Summary" and "Summary_CellRelation" first, then then deep-dive into detail sheets (ConfigurationAudit) and discrepancy tabs (ConsistencyCheck).</a:t>
            </a:r>
          </a:p>
          <a:p>
            <a:pPr lvl="1">
              <a:buChar char="•"/>
              <a:defRPr sz="1500"/>
            </a:pPr>
            <a:r>
              <a:t>Consume "Correction_Cmd_CA" and "Correction_Cmd_CC" as a remediation proposal, not as blind execution.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Execution Modes and Versioning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GUI mode: run without CLI arguments.</a:t>
            </a:r>
          </a:p>
          <a:p>
            <a:pPr lvl="1">
              <a:buChar char="•"/>
              <a:defRPr sz="1500"/>
            </a:pPr>
            <a:r>
              <a:t>CLI mode: run with explicit module and options.</a:t>
            </a:r>
          </a:p>
          <a:p>
            <a:pPr lvl="1">
              <a:buChar char="•"/>
              <a:defRPr sz="1500"/>
            </a:pPr>
            <a:r>
              <a:t>Web Interfacee: the tool can be run in a server/client infrastructure, accessing the server through a Web Interface where you can unpload your inputs, enqueue different tasks and  export the results when finish..</a:t>
            </a:r>
          </a:p>
          <a:p>
            <a:pPr>
              <a:buNone/>
              <a:defRPr sz="1500"/>
            </a:pPr>
            <a:r>
              <a:t>All Generated artifacts include a versioned suffix: "&lt;timestamp&gt;_v&lt;TOOL_VERSION&gt;".</a:t>
            </a:r>
          </a:p>
          <a:p>
            <a:pPr>
              <a:buNone/>
              <a:defRPr sz="1500"/>
            </a:pPr>
            <a:r>
              <a:t>This guarantees traceability and avoids collisions between runs.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Known limitations and considerations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Char char="•"/>
              <a:defRPr sz="1500"/>
            </a:pPr>
            <a:r>
              <a:t>The engine depends on log quality and structure: missing columns downgrade checks to "N/A".</a:t>
            </a:r>
          </a:p>
          <a:p>
            <a:pPr lvl="1">
              <a:buChar char="•"/>
              <a:defRPr sz="1500"/>
            </a:pPr>
            <a:r>
              <a:t>Some rules depend on naming conventions in references (NR/GU relation refs).</a:t>
            </a:r>
          </a:p>
          <a:p>
            <a:pPr lvl="1">
              <a:buChar char="•"/>
              <a:defRPr sz="1500"/>
            </a:pPr>
            <a:r>
              <a:t>The Final Clean-Up module is prepared to extend operation-specific policies.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module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00200"/>
          <a:ext cx="8229600" cy="510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8509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Module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Main input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Main output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Goal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850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0 Update Network Frequencies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Logs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Persisted config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Update network frequency list</a:t>
                      </a:r>
                    </a:p>
                  </a:txBody>
                  <a:tcPr/>
                </a:tc>
              </a:tr>
              <a:tr h="850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1 Configuration Audit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Logs/ZIP folder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Excel + PPT + CA commands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Audit configuration and profiles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850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 Consistency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PRE and POST folders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2 Excel + CC commands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Compare pre/post relations</a:t>
                      </a:r>
                    </a:p>
                  </a:txBody>
                  <a:tcPr/>
                </a:tc>
              </a:tr>
              <a:tr h="850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3 Consistency Check (Bulk)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Multi-market root folder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Module 2 outputs per market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Run bulk comparison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</a:tr>
              <a:tr h="85090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4 Final Clean-Up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Final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Clean-up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82828"/>
                          </a:solidFill>
                        </a:defRPr>
                      </a:pPr>
                      <a:r>
                        <a:t>Operational final clean-up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9987ED4D0F3F47BA33116175D6C093" ma:contentTypeVersion="3" ma:contentTypeDescription="Create a new document." ma:contentTypeScope="" ma:versionID="b377e87a9fdb0adfbe59c8cbc16d9e06">
  <xsd:schema xmlns:xsd="http://www.w3.org/2001/XMLSchema" xmlns:xs="http://www.w3.org/2001/XMLSchema" xmlns:p="http://schemas.microsoft.com/office/2006/metadata/properties" xmlns:ns2="4d118d9b-448c-4a54-90d4-6d126d04e28f" targetNamespace="http://schemas.microsoft.com/office/2006/metadata/properties" ma:root="true" ma:fieldsID="142a0c039391e3f54e2425d6548dcea2" ns2:_="">
    <xsd:import namespace="4d118d9b-448c-4a54-90d4-6d126d04e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18d9b-448c-4a54-90d4-6d126d04e2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69987ED4D0F3F47BA33116175D6C093" ma:contentTypeVersion="3" ma:contentTypeDescription="Create a new document." ma:contentTypeScope="" ma:versionID="b377e87a9fdb0adfbe59c8cbc16d9e06">
  <xsd:schema xmlns:xsd="http://www.w3.org/2001/XMLSchema" xmlns:xs="http://www.w3.org/2001/XMLSchema" xmlns:p="http://schemas.microsoft.com/office/2006/metadata/properties" xmlns:ns2="4d118d9b-448c-4a54-90d4-6d126d04e28f" targetNamespace="http://schemas.microsoft.com/office/2006/metadata/properties" ma:root="true" ma:fieldsID="142a0c039391e3f54e2425d6548dcea2" ns2:_="">
    <xsd:import namespace="4d118d9b-448c-4a54-90d4-6d126d04e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18d9b-448c-4a54-90d4-6d126d04e28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39D6F7-DEC6-43E0-B150-2B295957F91D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EC3F7911-CA70-450D-9C74-276FAE63B2A1}">
  <ds:schemaRefs>
    <ds:schemaRef ds:uri="4d118d9b-448c-4a54-90d4-6d126d04e2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0BB2122-50FB-4777-8728-D52F7CF1AED8}">
  <ds:schemaRefs>
    <ds:schemaRef ds:uri="4d118d9b-448c-4a54-90d4-6d126d04e28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4635B0D5-FB81-4068-AEC4-E15905E3EF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Aptos</vt:lpstr>
      <vt:lpstr>Arial</vt:lpstr>
      <vt:lpstr>Calibri</vt:lpstr>
      <vt:lpstr>Office Theme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Jaime Tur</cp:lastModifiedBy>
  <cp:revision>7</cp:revision>
  <dcterms:created xsi:type="dcterms:W3CDTF">2013-01-27T09:14:16Z</dcterms:created>
  <dcterms:modified xsi:type="dcterms:W3CDTF">2026-02-14T07:16:40Z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0x010100E69987ED4D0F3F47BA33116175D6C093</vt:lpwstr>
  </property>
</Properties>
</file>