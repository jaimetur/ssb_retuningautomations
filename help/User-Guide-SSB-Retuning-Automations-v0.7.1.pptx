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2060" y="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575715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1" r:id="rId2"/>
    <p:sldLayoutId id="2147483664" r:id="rId3"/>
    <p:sldLayoutId id="2147483662" r:id="rId4"/>
    <p:sldLayoutId id="2147483660" r:id="rId5"/>
    <p:sldLayoutId id="2147483663" r:id="rId6"/>
    <p:sldLayoutId id="2147483651" r:id="rId7"/>
    <p:sldLayoutId id="2147483652" r:id="rId8"/>
    <p:sldLayoutId id="2147483653" r:id="rId9"/>
    <p:sldLayoutId id="2147483654" r:id="rId10"/>
    <p:sldLayoutId id="2147483655" r:id="rId11"/>
    <p:sldLayoutId id="2147483656" r:id="rId12"/>
    <p:sldLayoutId id="2147483657" r:id="rId13"/>
    <p:sldLayoutId id="2147483658" r:id="rId14"/>
    <p:sldLayoutId id="2147483659" r:id="rId15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(v0.7.1)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500"/>
            </a:pPr>
            <a:r>
              <a:t>Module 0: Update Network Frequencies.</a:t>
            </a:r>
          </a:p>
          <a:p>
            <a:pPr lvl="1">
              <a:buChar char="•"/>
              <a:defRPr sz="1500"/>
            </a:pPr>
            <a:r>
              <a:t>Module 1: Configuration Audit &amp; Logs Parser.</a:t>
            </a:r>
          </a:p>
          <a:p>
            <a:pPr lvl="1">
              <a:buChar char="•"/>
              <a:defRPr sz="1500"/>
            </a:pPr>
            <a:r>
              <a:t>Module 2: Consistency Check (manual Pre/Post).</a:t>
            </a:r>
          </a:p>
          <a:p>
            <a:pPr lvl="1">
              <a:buChar char="•"/>
              <a:defRPr sz="15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500"/>
            </a:pPr>
            <a:r>
              <a:t>Module 4: Final Clean-Up.</a:t>
            </a:r>
          </a:p>
          <a:p>
            <a:pPr>
              <a:buNone/>
              <a:defRPr sz="15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5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5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5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5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5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5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  <a:p>
            <a:pPr lvl="1">
              <a:buChar char="•"/>
              <a:defRPr sz="15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5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5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5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Scan logs and detects "NRFrequency" blocks.</a:t>
            </a:r>
          </a:p>
          <a:p>
            <a:pPr lvl="1">
              <a:buNone/>
              <a:defRPr sz="1500"/>
            </a:pPr>
            <a:r>
              <a:t>2. Extracts numeric values from "arfcnValueNRDl".</a:t>
            </a:r>
          </a:p>
          <a:p>
            <a:pPr lvl="1">
              <a:buNone/>
              <a:defRPr sz="1500"/>
            </a:pPr>
            <a:r>
              <a:t>3. Removes duplicates and sorts frequencies.</a:t>
            </a:r>
          </a:p>
          <a:p>
            <a:pPr lvl="1">
              <a:buNone/>
              <a:defRPr sz="15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500"/>
            </a:pPr>
            <a:r>
              <a:t>Does not generate Excel/PPT.</a:t>
            </a:r>
          </a:p>
          <a:p>
            <a:pPr lvl="1">
              <a:buChar char="•"/>
              <a:defRPr sz="1500"/>
            </a:pPr>
            <a:r>
              <a:t>Updates the persisted network frequency value used for filtering and selection in later runs.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500"/>
            </a:pPr>
            <a:r>
              <a:t>Frequency parameters:</a:t>
            </a:r>
          </a:p>
          <a:p>
            <a:pPr lvl="2">
              <a:buChar char="•"/>
              <a:defRPr sz="1500"/>
            </a:pPr>
            <a:r>
              <a:t>"n77_ssb_pre"</a:t>
            </a:r>
          </a:p>
          <a:p>
            <a:pPr lvl="2">
              <a:buChar char="•"/>
              <a:defRPr sz="1500"/>
            </a:pPr>
            <a:r>
              <a:t>"n77_ssb_post"</a:t>
            </a:r>
          </a:p>
          <a:p>
            <a:pPr lvl="2">
              <a:buChar char="•"/>
              <a:defRPr sz="1500"/>
            </a:pPr>
            <a:r>
              <a:t>"n77b_ssb"</a:t>
            </a:r>
          </a:p>
          <a:p>
            <a:pPr lvl="2">
              <a:buChar char="•"/>
              <a:defRPr sz="1500"/>
            </a:pPr>
            <a:r>
              <a:t>allowed SSB/ARFCN lists pre/post.</a:t>
            </a:r>
          </a:p>
          <a:p>
            <a:pPr lvl="1">
              <a:buChar char="•"/>
              <a:defRPr sz="1500"/>
            </a:pPr>
            <a:r>
              <a:t>Flags:</a:t>
            </a:r>
          </a:p>
          <a:p>
            <a:pPr lvl="2">
              <a:buChar char="•"/>
              <a:defRPr sz="1500"/>
            </a:pPr>
            <a:r>
              <a:t>"profiles_audit"</a:t>
            </a:r>
          </a:p>
          <a:p>
            <a:pPr lvl="2">
              <a:buChar char="•"/>
              <a:defRPr sz="1500"/>
            </a:pPr>
            <a:r>
              <a:t>"frequency_audit"</a:t>
            </a:r>
          </a:p>
          <a:p>
            <a:pPr lvl="2">
              <a:buChar char="•"/>
              <a:defRPr sz="1500"/>
            </a:pPr>
            <a:r>
              <a:t>"export_correction_cmd"</a:t>
            </a:r>
          </a:p>
          <a:p>
            <a:pPr lvl="2">
              <a:buChar char="•"/>
              <a:defRPr sz="15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Parses files and extracts MO tables by "SubNetwork" blocks.</a:t>
            </a:r>
          </a:p>
          <a:p>
            <a:pPr lvl="1">
              <a:buNone/>
              <a:defRPr sz="1500"/>
            </a:pPr>
            <a:r>
              <a:t>2. Generates one sheet per detected table.</a:t>
            </a:r>
          </a:p>
          <a:p>
            <a:pPr lvl="1">
              <a:buNone/>
              <a:defRPr sz="1500"/>
            </a:pPr>
            <a:r>
              <a:t>3. Builds "SummaryAudit" + pivots/auxiliary summaries.</a:t>
            </a:r>
          </a:p>
          <a:p>
            <a:pPr lvl="1">
              <a:buNone/>
              <a:defRPr sz="1500"/>
            </a:pPr>
            <a:r>
              <a:t>4. Runs profiles audit if enabled.</a:t>
            </a:r>
          </a:p>
          <a:p>
            <a:pPr lvl="1">
              <a:buNone/>
              <a:defRPr sz="1500"/>
            </a:pPr>
            <a:r>
              <a:t>5. Exports CA correction commands if requested.</a:t>
            </a:r>
          </a:p>
          <a:p>
            <a:pPr lvl="1">
              <a:buNone/>
              <a:defRPr sz="15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5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500"/>
            </a:pPr>
            <a:r>
              <a:t>Sheets for each parsed MO table.</a:t>
            </a:r>
          </a:p>
          <a:p>
            <a:pPr lvl="2">
              <a:buChar char="•"/>
              <a:defRPr sz="1500"/>
            </a:pPr>
            <a:r>
              <a:t>"SummaryAudit".</a:t>
            </a:r>
          </a:p>
          <a:p>
            <a:pPr lvl="2">
              <a:buChar char="•"/>
              <a:defRPr sz="1500"/>
            </a:pPr>
            <a:r>
              <a:t>NR/LTE parameter discrepancy sheets.</a:t>
            </a:r>
          </a:p>
          <a:p>
            <a:pPr lvl="2">
              <a:buChar char="•"/>
              <a:defRPr sz="1500"/>
            </a:pPr>
            <a:r>
              <a:t>Summary/pivot sheets by frequencies and relations.</a:t>
            </a:r>
          </a:p>
          <a:p>
            <a:pPr lvl="1">
              <a:buChar char="•"/>
              <a:defRPr sz="15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5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SummaryAudit contains rows with:</a:t>
            </a:r>
          </a:p>
          <a:p>
            <a:pPr lvl="2">
              <a:buChar char="•"/>
              <a:defRPr sz="1500"/>
            </a:pPr>
            <a:r>
              <a:t>"Category", "SubCategory", "Metric", "Value", "ExtraInfo",</a:t>
            </a:r>
          </a:p>
          <a:p>
            <a:pPr lvl="2">
              <a:buChar char="•"/>
              <a:defRPr sz="15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5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5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500"/>
            </a:pPr>
            <a:r>
              <a:t>Frequencies "n77_ssb_pre" and "n77_ssb_post".</a:t>
            </a:r>
          </a:p>
          <a:p>
            <a:pPr lvl="1">
              <a:buChar char="•"/>
              <a:defRPr sz="15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5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Loads relation tables ("GUtranCellRelation", "NRCellRelation").</a:t>
            </a:r>
          </a:p>
          <a:p>
            <a:pPr lvl="1">
              <a:buNone/>
              <a:defRPr sz="1500"/>
            </a:pPr>
            <a:r>
              <a:t>2. Normalizes columns/keys and selects the most recent snapshots by date.</a:t>
            </a:r>
          </a:p>
          <a:p>
            <a:pPr lvl="1">
              <a:buNone/>
              <a:defRPr sz="1500"/>
            </a:pPr>
            <a:r>
              <a:t>3. Detect:</a:t>
            </a:r>
          </a:p>
          <a:p>
            <a:pPr lvl="2">
              <a:buChar char="•"/>
              <a:defRPr sz="1500"/>
            </a:pPr>
            <a:r>
              <a:t>new relations,</a:t>
            </a:r>
          </a:p>
          <a:p>
            <a:pPr lvl="2">
              <a:buChar char="•"/>
              <a:defRPr sz="1500"/>
            </a:pPr>
            <a:r>
              <a:t>missing relations,</a:t>
            </a:r>
          </a:p>
          <a:p>
            <a:pPr lvl="2">
              <a:buChar char="•"/>
              <a:defRPr sz="1500"/>
            </a:pPr>
            <a:r>
              <a:t>parameter discrepancies,</a:t>
            </a:r>
          </a:p>
          <a:p>
            <a:pPr lvl="2">
              <a:buChar char="•"/>
              <a:defRPr sz="1500"/>
            </a:pPr>
            <a:r>
              <a:t>frequency discrepancies,</a:t>
            </a:r>
          </a:p>
          <a:p>
            <a:pPr lvl="2">
              <a:buChar char="•"/>
              <a:defRPr sz="1500"/>
            </a:pPr>
            <a:r>
              <a:t>summary by PRE/POST frequency pair.</a:t>
            </a:r>
          </a:p>
          <a:p>
            <a:pPr lvl="1">
              <a:buNone/>
              <a:defRPr sz="1500"/>
            </a:pPr>
            <a:r>
              <a:t>4. Classify destination targets as "SSB-Pre", "SSB-Post" or "Unknown".</a:t>
            </a:r>
          </a:p>
          <a:p>
            <a:pPr lvl="1">
              <a:buNone/>
              <a:defRPr sz="1500"/>
            </a:pPr>
            <a:r>
              <a:t>5. Exports detailed Excel outputs and correction commands.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5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500"/>
            </a:pPr>
            <a:r>
              <a:t>"Summary"</a:t>
            </a:r>
          </a:p>
          <a:p>
            <a:pPr lvl="2">
              <a:buChar char="•"/>
              <a:defRPr sz="1500"/>
            </a:pPr>
            <a:r>
              <a:t>"SummaryAuditComparisson" (if there is PRE/POST SummaryAudit)</a:t>
            </a:r>
          </a:p>
          <a:p>
            <a:pPr lvl="2">
              <a:buChar char="•"/>
              <a:defRPr sz="1500"/>
            </a:pPr>
            <a:r>
              <a:t>"Summary_CellRelation"</a:t>
            </a:r>
          </a:p>
          <a:p>
            <a:pPr lvl="2">
              <a:buChar char="•"/>
              <a:defRPr sz="15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5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500"/>
            </a:pPr>
            <a:r>
              <a:t>optional "GU_all", "NR_all".</a:t>
            </a:r>
          </a:p>
          <a:p>
            <a:pPr lvl="1">
              <a:buChar char="•"/>
              <a:defRPr sz="15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500"/>
            </a:pPr>
            <a:r>
              <a:t>1. Detects PRE/POST candidates by the most appropriate date/time.</a:t>
            </a:r>
          </a:p>
          <a:p>
            <a:pPr lvl="1">
              <a:buNone/>
              <a:defRPr sz="15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5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Same output structure as module 2, per market.</a:t>
            </a:r>
          </a:p>
          <a:p>
            <a:pPr lvl="1">
              <a:buChar char="•"/>
              <a:defRPr sz="15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5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5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5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Evaluation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500"/>
            </a:pPr>
            <a:r>
              <a:t>1. Excludes "UNSYNCHRONIZED" nodes based on "MeContext".</a:t>
            </a:r>
          </a:p>
          <a:p>
            <a:pPr lvl="1">
              <a:buNone/>
              <a:defRPr sz="15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5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5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500"/>
            </a:pPr>
            <a:r>
              <a:t>Metric: specific rule evaluated.</a:t>
            </a:r>
          </a:p>
          <a:p>
            <a:pPr lvl="1">
              <a:buChar char="•"/>
              <a:defRPr sz="1500"/>
            </a:pPr>
            <a:r>
              <a:t>Value:</a:t>
            </a:r>
          </a:p>
          <a:p>
            <a:pPr lvl="2">
              <a:buChar char="•"/>
              <a:defRPr sz="1500"/>
            </a:pPr>
            <a:r>
              <a:t>Integer: number of affected nodes/relations/cells.</a:t>
            </a:r>
          </a:p>
          <a:p>
            <a:pPr lvl="2">
              <a:buChar char="•"/>
              <a:defRPr sz="1500"/>
            </a:pPr>
            <a:r>
              <a:t>"N/A": not evaluable due to missing columns.</a:t>
            </a:r>
          </a:p>
          <a:p>
            <a:pPr lvl="2">
              <a:buChar char="•"/>
              <a:defRPr sz="1500"/>
            </a:pPr>
            <a:r>
              <a:t>Text: captured status or error.</a:t>
            </a:r>
          </a:p>
          <a:p>
            <a:pPr lvl="1">
              <a:buChar char="•"/>
              <a:defRPr sz="15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MeContext Audit</a:t>
            </a:r>
          </a:p>
          <a:p>
            <a:pPr lvl="1">
              <a:buChar char="•"/>
              <a:defRPr sz="1500"/>
            </a:pPr>
            <a:r>
              <a:t>total unique nodes and unsynchronized node exclusion.</a:t>
            </a:r>
          </a:p>
          <a:p>
            <a:pPr lvl="1">
              <a:buChar char="•"/>
              <a:defRPr sz="1500"/>
            </a:pPr>
            <a:r>
              <a:t>"UNSYNCHRONIZED" nodes (excluded from the rest of the audits).</a:t>
            </a:r>
          </a:p>
          <a:p>
            <a:pPr>
              <a:buNone/>
              <a:defRPr b="1" sz="1600"/>
            </a:pPr>
            <a:r>
              <a:t>NR Frequency Audit / NR Frequency Inconsistencies</a:t>
            </a:r>
          </a:p>
          <a:p>
            <a:pPr>
              <a:buNone/>
              <a:defRPr sz="15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Detection of NR nodes with N77 SSB (band 646600–660000).</a:t>
            </a:r>
          </a:p>
          <a:p>
            <a:pPr lvl="1">
              <a:buChar char="•"/>
              <a:defRPr sz="1500"/>
            </a:pPr>
            <a:r>
              <a:t>Classification of NR nodes as LowMidBand / mmWave / mixed.</a:t>
            </a:r>
          </a:p>
          <a:p>
            <a:pPr lvl="1">
              <a:buChar char="•"/>
              <a:defRPr sz="15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500"/>
            </a:pPr>
            <a:r>
              <a:t>Nodes with N77 SSB outside allowed lists.</a:t>
            </a:r>
          </a:p>
          <a:p>
            <a:pPr lvl="1">
              <a:buChar char="•"/>
              <a:defRPr sz="1500"/>
            </a:pPr>
            <a:r>
              <a:t>Old/new SSB presence per node (only old, only new, both).</a:t>
            </a:r>
          </a:p>
          <a:p>
            <a:pPr lvl="1">
              <a:buChar char="•"/>
              <a:defRPr sz="15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500"/>
            </a:pPr>
            <a:r>
              <a:t>NR relations to old/new SSB.</a:t>
            </a:r>
          </a:p>
          <a:p>
            <a:pPr lvl="1">
              <a:buChar char="•"/>
              <a:defRPr sz="1500"/>
            </a:pPr>
            <a:r>
              <a:t>NR externals and termpoints pointing to old/new/unknown.</a:t>
            </a:r>
          </a:p>
          <a:p>
            <a:pPr>
              <a:buNone/>
              <a:defRPr sz="1500"/>
            </a:pPr>
            <a:r>
              <a:t>Typical triggering: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500"/>
            </a:pPr>
            <a:r>
              <a:t>If columns are missing, a "N/A" status row is added.</a:t>
            </a:r>
          </a:p>
          <a:p>
            <a:pPr lvl="1">
              <a:buChar char="•"/>
              <a:defRPr sz="15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500"/>
            </a:pPr>
            <a:r>
              <a:t>Interpretation:</a:t>
            </a:r>
          </a:p>
          <a:p>
            <a:pPr lvl="1">
              <a:buChar char="•"/>
              <a:defRPr sz="15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500"/>
            </a:pPr>
            <a:r>
              <a:t>"ExtraInfo" typically lists affected nodes for operational targeting.</a:t>
            </a:r>
          </a:p>
          <a:p>
            <a:pPr>
              <a:buNone/>
              <a:defRPr b="1" sz="1600"/>
            </a:pPr>
            <a:r>
              <a:t>LTE Frequency Audit / LTE Frequency Inconsistencies</a:t>
            </a:r>
          </a:p>
          <a:p>
            <a:pPr>
              <a:buNone/>
              <a:defRPr sz="15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LTE nodes with old/new SSB.</a:t>
            </a:r>
          </a:p>
          <a:p>
            <a:pPr lvl="1">
              <a:buChar char="•"/>
              <a:defRPr sz="1500"/>
            </a:pPr>
            <a:r>
              <a:t>Nodes with both old/new or old without new.</a:t>
            </a:r>
          </a:p>
          <a:p>
            <a:pPr lvl="1">
              <a:buChar char="•"/>
              <a:defRPr sz="1500"/>
            </a:pPr>
            <a:r>
              <a:t>SSB outside the expected pre/post set.</a:t>
            </a:r>
          </a:p>
          <a:p>
            <a:pPr lvl="1">
              <a:buChar char="•"/>
              <a:defRPr sz="15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500"/>
            </a:pPr>
            <a:r>
              <a:t>LTE externals OUT_OF_SERVICE for old/new.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Module 1 in detail: Summary Audit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catalog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ENDC Audit / ENDC Inconsistencies</a:t>
            </a:r>
          </a:p>
          <a:p>
            <a:pPr>
              <a:buNone/>
              <a:defRPr sz="1500"/>
            </a:pPr>
            <a:r>
              <a:t>Source tables: "EndcDistrProfile", "FreqPrioNR".</a:t>
            </a:r>
          </a:p>
          <a:p>
            <a:pPr>
              <a:buNone/>
              <a:defRPr sz="1500"/>
            </a:pPr>
            <a:r>
              <a:t>Main checks:</a:t>
            </a:r>
          </a:p>
          <a:p>
            <a:pPr lvl="1">
              <a:buChar char="•"/>
              <a:defRPr sz="15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500"/>
            </a:pPr>
            <a:r>
              <a:t>Nodes that do not contain the expected frequency combination.</a:t>
            </a:r>
          </a:p>
          <a:p>
            <a:pPr lvl="1">
              <a:buChar char="•"/>
              <a:defRPr sz="1500"/>
            </a:pPr>
            <a:r>
              <a:t>In "FreqPrioNR": old without new, both present, and parameter mismatch per cell.</a:t>
            </a:r>
          </a:p>
          <a:p>
            <a:pPr>
              <a:buNone/>
              <a:defRPr b="1" sz="1600"/>
            </a:pPr>
            <a:r>
              <a:t>Cardinalities Audit / Inconsistencies</a:t>
            </a:r>
          </a:p>
          <a:p>
            <a:pPr>
              <a:buNone/>
              <a:defRPr sz="15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b="1" sz="1600"/>
            </a:pPr>
            <a:r>
              <a:t>Profiles Audit (if enabled)</a:t>
            </a:r>
          </a:p>
          <a:p>
            <a:pPr lvl="1">
              <a:buChar char="•"/>
              <a:defRPr sz="1500"/>
            </a:pPr>
            <a:r>
              <a:t>Compares PRE/POST profiles by supported profile MO.</a:t>
            </a:r>
          </a:p>
          <a:p>
            <a:pPr lvl="1">
              <a:buChar char="•"/>
              <a:defRPr sz="1500"/>
            </a:pPr>
            <a:r>
              <a:t>Detects parameter discrepancies between old/new variants.</a:t>
            </a:r>
          </a:p>
          <a:p>
            <a:pPr lvl="1">
              <a:buChar char="•"/>
              <a:defRPr sz="1500"/>
            </a:pPr>
            <a:r>
              <a:t>Adds results to SummaryAudit and auxiliary detail sheets.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Selects common PRE and POST relations by composite key:</a:t>
            </a:r>
          </a:p>
          <a:p>
            <a:pPr lvl="2">
              <a:buChar char="•"/>
              <a:defRPr sz="15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500"/>
            </a:pPr>
            <a:r>
              <a:t>NR: typically "NodeId", "NRCellCUId", "NRCellRelationId".</a:t>
            </a:r>
          </a:p>
          <a:p>
            <a:pPr lvl="1">
              <a:buNone/>
              <a:defRPr sz="1500"/>
            </a:pPr>
            <a:r>
              <a:t>2. Excludes control columns (keys, frequency, Pre/Post, Date).</a:t>
            </a:r>
          </a:p>
          <a:p>
            <a:pPr lvl="1">
              <a:buNone/>
              <a:defRPr sz="1500"/>
            </a:pPr>
            <a:r>
              <a:t>3. Compares value-by-value across shared columns.</a:t>
            </a:r>
          </a:p>
          <a:p>
            <a:pPr lvl="1">
              <a:buNone/>
              <a:defRPr sz="1500"/>
            </a:pPr>
            <a:r>
              <a:t>4. Sets "ParamDiff=True" if at least one column differs.</a:t>
            </a:r>
          </a:p>
          <a:p>
            <a:pPr lvl="1">
              <a:buNone/>
              <a:defRPr sz="15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5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500"/>
            </a:pPr>
            <a:r>
              <a:t>2. Discrepancy rule:</a:t>
            </a:r>
          </a:p>
          <a:p>
            <a:pPr lvl="2">
              <a:buChar char="•"/>
              <a:defRPr sz="15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500"/>
            </a:pPr>
            <a:r>
              <a:t>3. Classifies the discrepancy as:</a:t>
            </a:r>
          </a:p>
          <a:p>
            <a:pPr lvl="2">
              <a:buChar char="•"/>
              <a:defRPr sz="1500"/>
            </a:pPr>
            <a:r>
              <a:t>"FreqDiff_SSBPost" (target identified as SSB-Post),</a:t>
            </a:r>
          </a:p>
          <a:p>
            <a:pPr lvl="2">
              <a:buChar char="•"/>
              <a:defRPr sz="15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500"/>
            </a:pPr>
            <a:r>
              <a:t>They are split into three groups:</a:t>
            </a:r>
          </a:p>
          <a:p>
            <a:pPr lvl="1">
              <a:buChar char="•"/>
              <a:defRPr sz="1500"/>
            </a:pPr>
            <a:r>
              <a:t>New relations: keys present in POST and absent in PRE.</a:t>
            </a:r>
          </a:p>
          <a:p>
            <a:pPr lvl="1">
              <a:buChar char="•"/>
              <a:defRPr sz="1500"/>
            </a:pPr>
            <a:r>
              <a:t>Missing relations: keys present in PRE and absent in POST.</a:t>
            </a:r>
          </a:p>
          <a:p>
            <a:pPr lvl="1">
              <a:buChar char="•"/>
              <a:defRPr sz="15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5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5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5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5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5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5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500"/>
            </a:pPr>
            <a:r>
              <a:t>GU_missing / NR_missing: relations removed versus PRE.</a:t>
            </a:r>
          </a:p>
          <a:p>
            <a:pPr lvl="1">
              <a:buChar char="•"/>
              <a:defRPr sz="1500"/>
            </a:pPr>
            <a:r>
              <a:t>GU_new / NR_new: relations added in POST.</a:t>
            </a:r>
          </a:p>
          <a:p>
            <a:pPr lvl="1">
              <a:buChar char="•"/>
              <a:defRPr sz="15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 requirements and 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Keep market log exports in a consistent structure (especially for bulk).</a:t>
            </a:r>
          </a:p>
          <a:p>
            <a:pPr lvl="1">
              <a:buChar char="•"/>
              <a:defRPr sz="15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5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5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5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500"/>
            </a:pPr>
            <a:r>
              <a:t>Use Bulk mode only with a controlled folder naming convention.</a:t>
            </a:r>
          </a:p>
          <a:p>
            <a:pPr lvl="1">
              <a:buChar char="•"/>
              <a:defRPr sz="15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5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GUI mode: run without CLI arguments.</a:t>
            </a:r>
          </a:p>
          <a:p>
            <a:pPr lvl="1">
              <a:buChar char="•"/>
              <a:defRPr sz="1500"/>
            </a:pPr>
            <a:r>
              <a:t>CLI mode: run with explicit module and options.</a:t>
            </a:r>
          </a:p>
          <a:p>
            <a:pPr lvl="1">
              <a:buChar char="•"/>
              <a:defRPr sz="15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5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5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5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5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5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600200"/>
          <a:ext cx="8229600" cy="5105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850900"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4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850900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customXml/itemProps2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7</cp:revision>
  <dcterms:created xsi:type="dcterms:W3CDTF">2013-01-27T09:14:16Z</dcterms:created>
  <dcterms:modified xsi:type="dcterms:W3CDTF">2026-02-14T07:16:40Z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