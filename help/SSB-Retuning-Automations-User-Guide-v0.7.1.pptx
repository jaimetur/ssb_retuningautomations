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63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SSB Retuning Automations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User Guide Summary (v0.7.1)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SSB_RetuningAutomations is an automation platform for SSB retuning projects that can run in GUI or CLI mode and orchestrates five functional modules:</a:t>
            </a:r>
          </a:p>
          <a:p>
            <a:pPr lvl="1"/>
            <a:r>
              <a:t>Module 0: Update Network Frequencies.</a:t>
            </a:r>
          </a:p>
          <a:p>
            <a:pPr lvl="1"/>
            <a:r>
              <a:t>Module 1: Configuration Audit &amp; Logs Parser.</a:t>
            </a:r>
          </a:p>
          <a:p>
            <a:pPr lvl="1"/>
            <a:r>
              <a:t>Module 2: Consistency Check (manual Pre/Post).</a:t>
            </a:r>
          </a:p>
          <a:p>
            <a:pPr lvl="1"/>
            <a:r>
              <a:t>Module 3: Consistency Check Bulk (automatic Pre/Post detection by market).</a:t>
            </a:r>
          </a:p>
          <a:p>
            <a:pPr lvl="1"/>
            <a:r>
              <a:t>Module 4: Final Clean-Up.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main execution lives in "src/SSB_RetuningAutomations.py", where CLI arguments, GUI, configuration persistence, input resolution (folders/ZIP), per-module execution, and artifact versioning are managed.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Orchestration core</a:t>
            </a:r>
          </a:p>
          <a:p>
            <a:pPr lvl="1"/>
            <a:r>
              <a:t>"src/SSB_RetuningAutomations.py": entry point, CLI/GUI parsing, module routing, batch/bulk execution, and versioning.</a:t>
            </a:r>
          </a:p>
          <a:p>
            <a:pPr/>
            <a:r>
              <a:t>Business modules</a:t>
            </a:r>
          </a:p>
          <a:p>
            <a:pPr lvl="1"/>
            <a:r>
              <a:t>"src/modules/ConfigurationAudit/ConfigurationAudit.py": log parsing and audit workbook construction (Excel + PPT).</a:t>
            </a:r>
          </a:p>
          <a:p>
            <a:pPr lvl="1"/>
            <a:r>
              <a:t>"src/modules/ConfigurationAudit/ca_summary_excel.py": assembly of "SummaryAudit" and discrepancy dataframes.</a:t>
            </a:r>
          </a:p>
          <a:p>
            <a:pPr lvl="1"/>
            <a:r>
              <a:t>"src/modules/ConsistencyChecks/ConsistencyChecks.py": PRE/POST loading, relation comparison, discrepancies, and output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"src/modules/ProfilesAudit/ProfilesAudit.py": profiles audit (integrated into module 1).</a:t>
            </a:r>
          </a:p>
          <a:p>
            <a:pPr lvl="1"/>
            <a:r>
              <a:t>"src/modules/CleanUp/FinalCleanUp.py": final clean-up (base implementation for extension).</a:t>
            </a:r>
          </a:p>
          <a:p>
            <a:pPr/>
            <a:r>
              <a:t>Common layer and utilities</a:t>
            </a:r>
          </a:p>
          <a:p>
            <a:pPr lvl="1"/>
            <a:r>
              <a:t>"src/modules/Common/*.py": correction command logic and shared functions.</a:t>
            </a:r>
          </a:p>
          <a:p>
            <a:pPr lvl="1"/>
            <a:r>
              <a:t>"src/utils/*.py": IO, parsing, frequency handling, Excel, pivots, sorting, infrastructure, and timing.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0 — Update Network Frequencies</a:t>
            </a:r>
          </a:p>
          <a:p>
            <a:pPr lvl="1"/>
            <a:r>
              <a:t>Input</a:t>
            </a:r>
          </a:p>
          <a:p>
            <a:pPr lvl="1"/>
            <a:r>
              <a:t>Input folder (may contain subfolders/ZIPs already supported by the IO layer).</a:t>
            </a:r>
          </a:p>
          <a:p>
            <a:pPr lvl="1"/>
            <a:r>
              <a:t>Logs with an "NRFrequency" table and the "arfcnValueNRDl" column.</a:t>
            </a:r>
          </a:p>
          <a:p>
            <a:pPr lvl="1"/>
            <a:r>
              <a:t>Process</a:t>
            </a:r>
          </a:p>
          <a:p>
            <a:pPr lvl="1"/>
            <a:r>
              <a:t>Walks logs and detects "NRFrequency"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Extracts numeric values from "arfcnValueNRDl".</a:t>
            </a:r>
          </a:p>
          <a:p>
            <a:pPr lvl="1"/>
            <a:r>
              <a:t>Removes duplicates and sorts frequencies.</a:t>
            </a:r>
          </a:p>
          <a:p>
            <a:pPr lvl="1"/>
            <a:r>
              <a:t>Updates the persisted “Network frequencies” configuration for GUI/CLI.</a:t>
            </a:r>
          </a:p>
          <a:p>
            <a:pPr lvl="1"/>
            <a:r>
              <a:t>Output</a:t>
            </a:r>
          </a:p>
          <a:p>
            <a:pPr lvl="1"/>
            <a:r>
              <a:t>Does not generate Excel/PPT.</a:t>
            </a:r>
          </a:p>
          <a:p>
            <a:pPr lvl="1"/>
            <a:r>
              <a:t>Updates the persisted network frequency value used for filtering and selection in later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1 — Configuration Audit &amp; Logs Parser</a:t>
            </a:r>
          </a:p>
          <a:p>
            <a:pPr lvl="1"/>
            <a:r>
              <a:t>Inputs</a:t>
            </a:r>
          </a:p>
          <a:p>
            <a:pPr lvl="1"/>
            <a:r>
              <a:t>Input folder with logs (".log", ".logs", ".txt") or ZIPs resolvable by utilities.</a:t>
            </a:r>
          </a:p>
          <a:p>
            <a:pPr lvl="1"/>
            <a:r>
              <a:t>Frequency parameters:</a:t>
            </a:r>
          </a:p>
          <a:p>
            <a:pPr lvl="1"/>
            <a:r>
              <a:t>"n77_ssb_pre"</a:t>
            </a:r>
          </a:p>
          <a:p>
            <a:pPr lvl="1"/>
            <a:r>
              <a:t>"n77_ssb_post"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"n77b_ssb"</a:t>
            </a:r>
          </a:p>
          <a:p>
            <a:pPr lvl="1"/>
            <a:r>
              <a:t>allowed SSB/ARFCN lists pre/post.</a:t>
            </a:r>
          </a:p>
          <a:p>
            <a:pPr lvl="1"/>
            <a:r>
              <a:t>Flags:</a:t>
            </a:r>
          </a:p>
          <a:p>
            <a:pPr lvl="1"/>
            <a:r>
              <a:t>"profiles_audit"</a:t>
            </a:r>
          </a:p>
          <a:p>
            <a:pPr lvl="1"/>
            <a:r>
              <a:t>"frequency_audit"</a:t>
            </a:r>
          </a:p>
          <a:p>
            <a:pPr lvl="1"/>
            <a:r>
              <a:t>"export_correction_cmd"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"fast_excel_export".</a:t>
            </a:r>
          </a:p>
          <a:p>
            <a:pPr lvl="1"/>
            <a:r>
              <a:t>Process</a:t>
            </a:r>
          </a:p>
          <a:p>
            <a:pPr lvl="1"/>
            <a:r>
              <a:t>Parses files and extracts MO tables by "SubNetwork" blocks.</a:t>
            </a:r>
          </a:p>
          <a:p>
            <a:pPr lvl="1"/>
            <a:r>
              <a:t>Generates one sheet per detected table.</a:t>
            </a:r>
          </a:p>
          <a:p>
            <a:pPr lvl="1"/>
            <a:r>
              <a:t>Builds "SummaryAudit" + pivots/auxiliary summaries.</a:t>
            </a:r>
          </a:p>
          <a:p>
            <a:pPr lvl="1"/>
            <a:r>
              <a:t>Runs profiles audit if enabled.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Exports CA correction commands if requested.</a:t>
            </a:r>
          </a:p>
          <a:p>
            <a:pPr lvl="1"/>
            <a:r>
              <a:t>Generates the summary PPT.</a:t>
            </a:r>
          </a:p>
          <a:p>
            <a:pPr lvl="1"/>
            <a:r>
              <a:t>Outputs</a:t>
            </a:r>
          </a:p>
          <a:p>
            <a:pPr lvl="1"/>
            <a:r>
              <a:t>Folder "ConfigurationAudit_&lt;timestamp&gt;_v&lt;version&gt;/".</a:t>
            </a:r>
          </a:p>
          <a:p>
            <a:pPr lvl="1"/>
            <a:r>
              <a:t>Excel file "ConfigurationAudit_&lt;timestamp&gt;_v&lt;version&gt;.xlsx":</a:t>
            </a:r>
          </a:p>
          <a:p>
            <a:pPr lvl="1"/>
            <a:r>
              <a:t>Sheets for each parsed MO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"SummaryAudit".</a:t>
            </a:r>
          </a:p>
          <a:p>
            <a:pPr lvl="1"/>
            <a:r>
              <a:t>NR/LTE parameter discrepancy sheets.</a:t>
            </a:r>
          </a:p>
          <a:p>
            <a:pPr lvl="1"/>
            <a:r>
              <a:t>Summary/pivot sheets by frequencies and relations.</a:t>
            </a:r>
          </a:p>
          <a:p>
            <a:pPr lvl="1"/>
            <a:r>
              <a:t>PPT file "ConfigurationAudit_&lt;timestamp&gt;_v&lt;version&gt;.pptx".</a:t>
            </a:r>
          </a:p>
          <a:p>
            <a:pPr lvl="1"/>
            <a:r>
              <a:t>Optional folder "Correction_Cmd_CA/" with AMOS commands.</a:t>
            </a:r>
          </a:p>
          <a:p>
            <a:pPr lvl="1"/>
            <a:r>
              <a:t>Main semantic content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SummaryAudit contains rows with:</a:t>
            </a:r>
          </a:p>
          <a:p>
            <a:pPr lvl="1"/>
            <a:r>
              <a:t>"Category", "SubCategory", "Metric", "Value", "ExtraInfo",</a:t>
            </a:r>
          </a:p>
          <a:p>
            <a:pPr lvl="1"/>
            <a:r>
              <a:t>and execution context fields (stage, module, etc. depending on the flow).</a:t>
            </a:r>
          </a:p>
          <a:p>
            <a:pPr lvl="1"/>
            <a:r>
              <a:t>"Value" usually represents a count of impacted nodes/cells/relations.</a:t>
            </a:r>
          </a:p>
          <a:p>
            <a:pPr lvl="1"/>
            <a:r>
              <a:t>"ExtraInfo" contains the NodeId list or a compact discrepancy detail.</a:t>
            </a:r>
          </a:p>
          <a:p>
            <a:pPr/>
            <a:r>
              <a:t>Module 2 — Consistency Check (Pre/Post)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Inputs</a:t>
            </a:r>
          </a:p>
          <a:p>
            <a:pPr lvl="1"/>
            <a:r>
              <a:t>"input_pre" and "input_post" (or equivalent resolved structure).</a:t>
            </a:r>
          </a:p>
          <a:p>
            <a:pPr lvl="1"/>
            <a:r>
              <a:t>Frequencies "n77_ssb_pre" and "n77_ssb_post".</a:t>
            </a:r>
          </a:p>
          <a:p>
            <a:pPr lvl="1"/>
            <a:r>
              <a:t>Optional reference to PRE and POST "ConfigurationAudit" to enrich target classification.</a:t>
            </a:r>
          </a:p>
          <a:p>
            <a:pPr lvl="1"/>
            <a:r>
              <a:t>Optional list of frequency filters ("cc_freq_filters").</a:t>
            </a:r>
          </a:p>
          <a:p>
            <a:pPr lvl="1"/>
            <a:r>
              <a:t>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Loads relation tables ("GUtranCellRelation", "NRCellRelation").</a:t>
            </a:r>
          </a:p>
          <a:p>
            <a:pPr lvl="1"/>
            <a:r>
              <a:t>Normalizes columns/keys and selects the most recent snapshots by date.</a:t>
            </a:r>
          </a:p>
          <a:p>
            <a:pPr lvl="1"/>
            <a:r>
              <a:t>Computes:</a:t>
            </a:r>
          </a:p>
          <a:p>
            <a:pPr lvl="1"/>
            <a:r>
              <a:t>new relations,</a:t>
            </a:r>
          </a:p>
          <a:p>
            <a:pPr lvl="1"/>
            <a:r>
              <a:t>missing relations,</a:t>
            </a:r>
          </a:p>
          <a:p>
            <a:pPr lvl="1"/>
            <a:r>
              <a:t>parameter discrepancies,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frequency discrepancies,</a:t>
            </a:r>
          </a:p>
          <a:p>
            <a:pPr lvl="1"/>
            <a:r>
              <a:t>summary by PRE/POST frequency pair.</a:t>
            </a:r>
          </a:p>
          <a:p>
            <a:pPr lvl="1"/>
            <a:r>
              <a:t>Enriches with target classification "SSB-Pre", "SSB-Post", "Unknown".</a:t>
            </a:r>
          </a:p>
          <a:p>
            <a:pPr lvl="1"/>
            <a:r>
              <a:t>Exports the main excel + discrepancy excel and correction commands.</a:t>
            </a:r>
          </a:p>
          <a:p>
            <a:pPr lvl="1"/>
            <a:r>
              <a:t>Outputs</a:t>
            </a:r>
          </a:p>
          <a:p>
            <a:pPr lvl="1"/>
            <a:r>
              <a:t>"CellRelation_&lt;timestamp&gt;_v&lt;version&gt;.xlsx" (end-to-end relations view).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"ConsistencyChecks_CellRelation_&lt;timestamp&gt;_v&lt;version&gt;.xlsx" with:</a:t>
            </a:r>
          </a:p>
          <a:p>
            <a:pPr lvl="1"/>
            <a:r>
              <a:t>"Summary"</a:t>
            </a:r>
          </a:p>
          <a:p>
            <a:pPr lvl="1"/>
            <a:r>
              <a:t>"SummaryAuditComparisson" (if there is PRE/POST SummaryAudit)</a:t>
            </a:r>
          </a:p>
          <a:p>
            <a:pPr lvl="1"/>
            <a:r>
              <a:t>"Summary_CellRelation"</a:t>
            </a:r>
          </a:p>
          <a:p>
            <a:pPr lvl="1"/>
            <a:r>
              <a:t>GU blocks: "GU_relations", "GU_param_disc", "GU_freq_disc", "GU_freq_disc_unknown", "GU_missing", "GU_new"</a:t>
            </a:r>
          </a:p>
          <a:p>
            <a:pPr lvl="1"/>
            <a:r>
              <a:t>NR blocks: "NR_relations", "NR_param_disc", "NR_freq_disc", "NR_freq_disc_unknown", "NR_missing", "NR_new"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optional "GU_all", "NR_all".</a:t>
            </a:r>
          </a:p>
          <a:p>
            <a:pPr lvl="1"/>
            <a:r>
              <a:t>"Correction_Cmd_CC/" with commands per type (new/missing/discrepancies).</a:t>
            </a:r>
          </a:p>
          <a:p>
            <a:pPr/>
            <a:r>
              <a:t>Module 3 — Consistency Check Bulk</a:t>
            </a:r>
          </a:p>
          <a:p>
            <a:pPr lvl="1"/>
            <a:r>
              <a:t>Inputs</a:t>
            </a:r>
          </a:p>
          <a:p>
            <a:pPr lvl="1"/>
            <a:r>
              <a:t>Root folder with subfolders like "yyyymmdd_hhmm_step0" (optionally nested by market).</a:t>
            </a:r>
          </a:p>
          <a:p>
            <a:pPr lvl="1"/>
            <a:r>
              <a:t>Process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Detects PRE/POST candidates by the most appropriate date/time.</a:t>
            </a:r>
          </a:p>
          <a:p>
            <a:pPr lvl="1"/>
            <a:r>
              <a:t>Excludes folders using a blacklist ("ignore", "old", "bad", "partial", "incomplete", "discard", etc.).</a:t>
            </a:r>
          </a:p>
          <a:p>
            <a:pPr lvl="1"/>
            <a:r>
              <a:t>Runs Module 2 for each detected market.</a:t>
            </a:r>
          </a:p>
          <a:p>
            <a:pPr lvl="1"/>
            <a:r>
              <a:t>Outputs</a:t>
            </a:r>
          </a:p>
          <a:p>
            <a:pPr lvl="1"/>
            <a:r>
              <a:t>Same output structure as module 2, per market.</a:t>
            </a:r>
          </a:p>
          <a:p>
            <a:pPr lvl="1"/>
            <a:r>
              <a:t>Traceability file "FoldersCompared.txt".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4 — Final Clean-Up</a:t>
            </a:r>
          </a:p>
          <a:p>
            <a:pPr lvl="1"/>
            <a:r>
              <a:t>Inputs</a:t>
            </a:r>
          </a:p>
          <a:p>
            <a:pPr lvl="1"/>
            <a:r>
              <a:t>Final retune working folder.</a:t>
            </a:r>
          </a:p>
          <a:p>
            <a:pPr lvl="1"/>
            <a:r>
              <a:t>Process</a:t>
            </a:r>
          </a:p>
          <a:p>
            <a:pPr lvl="1"/>
            <a:r>
              <a:t>Executes final cleanup policies (structure prepared to expand rules).</a:t>
            </a:r>
          </a:p>
          <a:p>
            <a:pPr lvl="1"/>
            <a:r>
              <a:t>Outputs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Versioned cleanup directory according to the active implementation.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Evaluation philosophy</a:t>
            </a:r>
          </a:p>
          <a:p>
            <a:pPr/>
            <a:r>
              <a:t>"build_summary_audit()" builds a high-level checks table by categories. The flow:</a:t>
            </a:r>
          </a:p>
          <a:p>
            <a:pPr lvl="1"/>
            <a:r>
              <a:t>Excludes "UNSYNCHRONIZED" nodes based on "MeContext".</a:t>
            </a:r>
          </a:p>
          <a:p>
            <a:pPr lvl="1"/>
            <a:r>
              <a:t>Evaluates NR, LTE, ENDC, Externals, TermPoints, cardinalities, and profiles.</a:t>
            </a:r>
          </a:p>
          <a:p>
            <a:pPr lvl="1"/>
            <a:r>
              <a:t>Records each check as a row ("Category/SubCategory/Metric/Value/ExtraInfo").</a:t>
            </a:r>
          </a:p>
          <a:p>
            <a:pPr/>
            <a:r>
              <a:t>SummaryAudit checks catalog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A) MeContext Audit</a:t>
            </a:r>
          </a:p>
          <a:p>
            <a:pPr lvl="1"/>
            <a:r>
              <a:t>Total unique nodes.</a:t>
            </a:r>
          </a:p>
          <a:p>
            <a:pPr lvl="1"/>
            <a:r>
              <a:t>"UNSYNCHRONIZED" nodes (excluded from the rest of the audits).</a:t>
            </a:r>
          </a:p>
          <a:p>
            <a:pPr lvl="1"/>
            <a:r>
              <a:t>B) NR Frequency Audit / NR Frequency Inconsistencies</a:t>
            </a:r>
          </a:p>
          <a:p>
            <a:pPr/>
            <a:r>
              <a:t>Source tables: "NRCellDU", "NRFrequency", "NRFreqRelation", "NRSectorCarrier", "NRCellRelation", "ExternalNRCellCU", "TermPointToGNodeB", "TermPointToGNB".</a:t>
            </a:r>
          </a:p>
          <a:p>
            <a:pPr/>
            <a:r>
              <a:t>Main checks: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Detection of NR nodes with N77 SSB (band 646600–660000).</a:t>
            </a:r>
          </a:p>
          <a:p>
            <a:pPr lvl="1"/>
            <a:r>
              <a:t>Classification of NR nodes as LowMidBand / mmWave / mixed.</a:t>
            </a:r>
          </a:p>
          <a:p>
            <a:pPr lvl="1"/>
            <a:r>
              <a:t>Nodes whose N77 SSBs are fully within allowed PRE or POST lists.</a:t>
            </a:r>
          </a:p>
          <a:p>
            <a:pPr lvl="1"/>
            <a:r>
              <a:t>Nodes with N77 SSB outside allowed lists.</a:t>
            </a:r>
          </a:p>
          <a:p>
            <a:pPr lvl="1"/>
            <a:r>
              <a:t>Old/new SSB presence per node (only old, only new, both).</a:t>
            </a:r>
          </a:p>
          <a:p>
            <a:pPr lvl="1"/>
            <a:r>
              <a:t>Nodes with NRFreqRelationId in an unexpected format (auto-created outside convention).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NR relations to old/new SSB.</a:t>
            </a:r>
          </a:p>
          <a:p>
            <a:pPr lvl="1"/>
            <a:r>
              <a:t>NR externals and termpoints pointing to old/new/unknown.</a:t>
            </a:r>
          </a:p>
          <a:p>
            <a:pPr/>
            <a:r>
              <a:t>Typical triggering:</a:t>
            </a:r>
          </a:p>
          <a:p>
            <a:pPr lvl="1"/>
            <a:r>
              <a:t>Each check is enabled if the table and minimum required columns exist.</a:t>
            </a:r>
          </a:p>
          <a:p>
            <a:pPr lvl="1"/>
            <a:r>
              <a:t>If columns are missing, a "N/A" status row is added.</a:t>
            </a:r>
          </a:p>
          <a:p>
            <a:pPr lvl="1"/>
            <a:r>
              <a:t>If the table is empty or not found, an informative row "Table not found or empty" is added.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Interpretation:</a:t>
            </a:r>
          </a:p>
          <a:p>
            <a:pPr lvl="1"/>
            <a:r>
              <a:t>"Value &gt; 0" in inconsistencies indicates a real deviation that requires investigation.</a:t>
            </a:r>
          </a:p>
          <a:p>
            <a:pPr lvl="1"/>
            <a:r>
              <a:t>"ExtraInfo" typically lists affected nodes for operational targeting.</a:t>
            </a:r>
          </a:p>
          <a:p>
            <a:pPr lvl="1"/>
            <a:r>
              <a:t>C) LTE Frequency Audit / LTE Frequency Inconsistencies</a:t>
            </a:r>
          </a:p>
          <a:p>
            <a:pPr/>
            <a:r>
              <a:t>Source tables: "GUtranSyncSignalFrequency", "GUtranFreqRelation", "GUtranCellRelation", "ExternalGUtranCell", "TermPointToENodeB".</a:t>
            </a:r>
          </a:p>
          <a:p>
            <a:pPr/>
            <a:r>
              <a:t>Main checks: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LTE nodes with old/new SSB.</a:t>
            </a:r>
          </a:p>
          <a:p>
            <a:pPr lvl="1"/>
            <a:r>
              <a:t>Nodes with both old/new or old without new.</a:t>
            </a:r>
          </a:p>
          <a:p>
            <a:pPr lvl="1"/>
            <a:r>
              <a:t>SSB outside the expected pre/post set.</a:t>
            </a:r>
          </a:p>
          <a:p>
            <a:pPr lvl="1"/>
            <a:r>
              <a:t>LTE relations to old/new and parameter discrepancies per cell relation.</a:t>
            </a:r>
          </a:p>
          <a:p>
            <a:pPr lvl="1"/>
            <a:r>
              <a:t>LTE externals OUT_OF_SERVICE for old/new.</a:t>
            </a:r>
          </a:p>
          <a:p>
            <a:pPr lvl="1"/>
            <a:r>
              <a:t>D) ENDC Audit / ENDC Inconsistencies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Source tables: "EndcDistrProfile", "FreqPrioNR".</a:t>
            </a:r>
          </a:p>
          <a:p>
            <a:pPr/>
            <a:r>
              <a:t>Main checks:</a:t>
            </a:r>
          </a:p>
          <a:p>
            <a:pPr lvl="1"/>
            <a:r>
              <a:t>"gUtranFreqRef" and "mandatoryGUtranFreqRef" with old/new + N77B combinations.</a:t>
            </a:r>
          </a:p>
          <a:p>
            <a:pPr lvl="1"/>
            <a:r>
              <a:t>Nodes that do not contain the expected frequency combination.</a:t>
            </a:r>
          </a:p>
          <a:p>
            <a:pPr lvl="1"/>
            <a:r>
              <a:t>In "FreqPrioNR": old without new, both present, and parameter mismatch per cell.</a:t>
            </a:r>
          </a:p>
          <a:p>
            <a:pPr lvl="1"/>
            <a:r>
              <a:t>E) Cardinalities Audit / Inconsistencies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Cardinality checks per relation table (per node and/or per cell) to detect overprovisioning or gaps versus expected limits.</a:t>
            </a:r>
          </a:p>
          <a:p>
            <a:pPr lvl="1"/>
            <a:r>
              <a:t>F) Profiles Audit (if enabled)</a:t>
            </a:r>
          </a:p>
          <a:p>
            <a:pPr lvl="1"/>
            <a:r>
              <a:t>Compares PRE/POST profiles by supported profile MO.</a:t>
            </a:r>
          </a:p>
          <a:p>
            <a:pPr lvl="1"/>
            <a:r>
              <a:t>Detects parameter discrepancies between old/new variants.</a:t>
            </a:r>
          </a:p>
          <a:p>
            <a:pPr lvl="1"/>
            <a:r>
              <a:t>Adds results to SummaryAudit and auxiliary detail sheets.</a:t>
            </a:r>
          </a:p>
          <a:p>
            <a:pPr/>
            <a:r>
              <a:t>Operational meaning of SummaryAudit rows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Category: audited technical domain (NR/LTE/ENDC/MeContext/etc.).</a:t>
            </a:r>
          </a:p>
          <a:p>
            <a:pPr lvl="1"/>
            <a:r>
              <a:t>SubCategory: type of analysis (Audit/Inconsistencies/Profiles).</a:t>
            </a:r>
          </a:p>
          <a:p>
            <a:pPr lvl="1"/>
            <a:r>
              <a:t>Metric: specific rule evaluated.</a:t>
            </a:r>
          </a:p>
          <a:p>
            <a:pPr lvl="1"/>
            <a:r>
              <a:t>Value:</a:t>
            </a:r>
          </a:p>
          <a:p>
            <a:pPr lvl="1"/>
            <a:r>
              <a:t>Integer: number of affected nodes/relations/cells.</a:t>
            </a:r>
          </a:p>
          <a:p>
            <a:pPr lvl="1"/>
            <a:r>
              <a:t>"N/A": not evaluable due to missing columns.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in detail: Summary Audit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Text: captured status or error.</a:t>
            </a:r>
          </a:p>
          <a:p>
            <a:pPr lvl="1"/>
            <a:r>
              <a:t>ExtraInfo: list of nodes or bounded detail for troubleshooting.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it detects parameter discrepancies</a:t>
            </a:r>
          </a:p>
          <a:p>
            <a:pPr lvl="1"/>
            <a:r>
              <a:t>Selects common PRE and POST relations by composite key:</a:t>
            </a:r>
          </a:p>
          <a:p>
            <a:pPr lvl="1"/>
            <a:r>
              <a:t>GU: typically "NodeId", "EUtranCellFDDId", "GUtranCellRelationId".</a:t>
            </a:r>
          </a:p>
          <a:p>
            <a:pPr lvl="1"/>
            <a:r>
              <a:t>NR: typically "NodeId", "NRCellCUId", "NRCellRelationId".</a:t>
            </a:r>
          </a:p>
          <a:p>
            <a:pPr lvl="1"/>
            <a:r>
              <a:t>Excludes control columns (keys, frequency, Pre/Post, Date).</a:t>
            </a:r>
          </a:p>
          <a:p>
            <a:pPr lvl="1"/>
            <a:r>
              <a:t>Compares value-by-value across shared columns.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Sets "ParamDiff=True" if at least one column differs.</a:t>
            </a:r>
          </a:p>
          <a:p>
            <a:pPr lvl="1"/>
            <a:r>
              <a:t>In GU it ignores "timeOfCreation" and "mobilityStatusNR" to avoid false positives.</a:t>
            </a:r>
          </a:p>
          <a:p>
            <a:pPr/>
            <a:r>
              <a:t>How it detects frequency discrepancies</a:t>
            </a:r>
          </a:p>
          <a:p>
            <a:pPr lvl="1"/>
            <a:r>
              <a:t>Extracts base frequency from relation references ("extract_gu_freq_base" / "extract_nr_freq_base").</a:t>
            </a:r>
          </a:p>
          <a:p>
            <a:pPr lvl="1"/>
            <a:r>
              <a:t>Discrepancy rule:</a:t>
            </a:r>
          </a:p>
          <a:p>
            <a:pPr lvl="1"/>
            <a:r>
              <a:t>if PRE had "freq_before" or "freq_after", and POST does not end up in "freq_after", it marks "FreqDiff=True".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Classifies the discrepancy as:</a:t>
            </a:r>
          </a:p>
          <a:p>
            <a:pPr lvl="1"/>
            <a:r>
              <a:t>"FreqDiff_SSBPost" (target identified as SSB-Post),</a:t>
            </a:r>
          </a:p>
          <a:p>
            <a:pPr lvl="1"/>
            <a:r>
              <a:t>"FreqDiff_Unknown" (cannot be associated to a known target).</a:t>
            </a:r>
          </a:p>
          <a:p>
            <a:pPr/>
            <a:r>
              <a:t>How it detects neighborhood discrepancies</a:t>
            </a:r>
          </a:p>
          <a:p>
            <a:pPr/>
            <a:r>
              <a:t>They are split into three groups:</a:t>
            </a:r>
          </a:p>
          <a:p>
            <a:pPr lvl="1"/>
            <a:r>
              <a:t>New relations: keys present in POST and absent in PRE.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Missing relations: keys present in PRE and absent in POST.</a:t>
            </a:r>
          </a:p>
          <a:p>
            <a:pPr lvl="1"/>
            <a:r>
              <a:t>Discrepancies: same key in PRE/POST but with parametric or frequency differences.</a:t>
            </a:r>
          </a:p>
          <a:p>
            <a:pPr/>
            <a:r>
              <a:t>Filtering by non-retuned nodes</a:t>
            </a:r>
          </a:p>
          <a:p>
            <a:pPr/>
            <a:r>
              <a:t>If a POST SummaryAudit exists, the module obtains PRE/POST node lists and can exclude discrepancies whose target points to nodes that did not complete retune, reducing operational noise.</a:t>
            </a:r>
          </a:p>
          <a:p>
            <a:pPr/>
            <a:r>
              <a:t>Content of each ConsistencyChecks output sheet</a:t>
            </a:r>
          </a:p>
          <a:p>
            <a:pPr lvl="1"/>
            <a:r>
              <a:t>Summary: KPIs per table (PRE/POST volume, discrepancies, new/missing, source files).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SummaryAuditComparisson: diff of SummaryAudit PRE vs POST metrics (without "ExtraInfo" to keep the comparison clean).</a:t>
            </a:r>
          </a:p>
          <a:p>
            <a:pPr lvl="1"/>
            <a:r>
              <a:t>Summary_CellRelation: KPI per "Freq_Pre/Freq_Post" pair and per technology.</a:t>
            </a:r>
          </a:p>
          <a:p>
            <a:pPr lvl="1"/>
            <a:r>
              <a:t>GU_relations / NR_relations: relation universe enriched with target classification and command snippets.</a:t>
            </a:r>
          </a:p>
          <a:p>
            <a:pPr lvl="1"/>
            <a:r>
              <a:t>GU_param_disc / NR_param_disc: common relations with param differences.</a:t>
            </a:r>
          </a:p>
          <a:p>
            <a:pPr lvl="1"/>
            <a:r>
              <a:t>GU_freq_disc / NR_freq_disc: frequency discrepancies to SSB-Post targets.</a:t>
            </a:r>
          </a:p>
          <a:p>
            <a:pPr lvl="1"/>
            <a:r>
              <a:t>GU_freq_disc_unknown / NR_freq_disc_unknown: discrepancies with non-classifiable targets.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GU_missing / NR_missing: relations removed versus PRE.</a:t>
            </a:r>
          </a:p>
          <a:p>
            <a:pPr lvl="1"/>
            <a:r>
              <a:t>GU_new / NR_new: relations added in POST.</a:t>
            </a:r>
          </a:p>
          <a:p>
            <a:pPr lvl="1"/>
            <a:r>
              <a:t>GU_all / NR_all: optional consolidated dump for extended analysis.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requirements and 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Keep market log exports in a consistent structure (especially for bulk).</a:t>
            </a:r>
          </a:p>
          <a:p>
            <a:pPr lvl="1"/>
            <a:r>
              <a:t>Validate that PRE/POST have the same table granularity and consistent naming.</a:t>
            </a:r>
          </a:p>
          <a:p>
            <a:pPr lvl="1"/>
            <a:r>
              <a:t>Correctly configure allowed SSB/ARFCN lists to minimize false positives.</a:t>
            </a:r>
          </a:p>
          <a:p>
            <a:pPr lvl="1"/>
            <a:r>
              <a:t>Review "Summary" and "Summary_CellRelation" first, then move to detail sheets.</a:t>
            </a:r>
          </a:p>
          <a:p>
            <a:pPr lvl="1"/>
            <a:r>
              <a:t>Consume "Correction_Cmd_CA" and "Correction_Cmd_CC" as a remediation proposal, not as blind execution.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engine depends on log quality and structure: missing columns downgrade checks to "N/A".</a:t>
            </a:r>
          </a:p>
          <a:p>
            <a:pPr lvl="1"/>
            <a:r>
              <a:t>Some rules depend on naming conventions in references (NR/GU relation refs).</a:t>
            </a:r>
          </a:p>
          <a:p>
            <a:pPr lvl="1"/>
            <a:r>
              <a:t>The Final Clean-Up module is prepared to extend operation-specific policies.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Module                       | Main input               | Main output                 | Goal                             |</a:t>
            </a:r>
          </a:p>
          <a:p>
            <a:pPr/>
            <a:r>
              <a:t>|------------------------------|--------------------------|-----------------------------|----------------------------------|</a:t>
            </a:r>
          </a:p>
          <a:p>
            <a:pPr/>
            <a:r>
              <a:t>| 0 Update Network Frequencies | Logs folder              | Persisted config            | Update network frequency list    |</a:t>
            </a:r>
          </a:p>
          <a:p>
            <a:pPr/>
            <a:r>
              <a:t>| 1 Configuration Audit        | Logs/ZIP folder          | Excel + PPT + CA commands   | Audit configuration and profiles |</a:t>
            </a:r>
          </a:p>
          <a:p>
            <a:pPr/>
            <a:r>
              <a:t>| 2 Consistency Check          | PRE and POST folders     | 2 Excel + CC commands       | Compare pre/post relations       |</a:t>
            </a:r>
          </a:p>
          <a:p>
            <a:pPr/>
            <a:r>
              <a:t>| 3 Consistency Bulk           | Multi-market root folder | Module 2 outputs per market | Run bulk comparison              |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4 Final Clean-Up             | Final folder             | Clean-up folder             | Operational final clean-up      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5</cp:revision>
  <dcterms:created xsi:type="dcterms:W3CDTF">2013-01-27T09:14:16Z</dcterms:created>
  <dcterms:modified xsi:type="dcterms:W3CDTF">2026-02-14T04:58:14Z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