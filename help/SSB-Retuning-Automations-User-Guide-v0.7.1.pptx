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SSB Retuning Automations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Technical User Guide Summary (v0.7.1)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1) Tool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**Module 0**: Update Network Frequencies.</a:t>
            </a:r>
          </a:p>
          <a:p>
            <a:pPr>
              <a:defRPr sz="2000"/>
            </a:pPr>
            <a:r>
              <a:t>**Module 1**: Configuration Audit &amp; Logs Parser.</a:t>
            </a:r>
          </a:p>
          <a:p>
            <a:pPr>
              <a:defRPr sz="2000"/>
            </a:pPr>
            <a:r>
              <a:t>**Module 2**: Consistency Check (manual Pre/Post).</a:t>
            </a:r>
          </a:p>
          <a:p>
            <a:pPr>
              <a:defRPr sz="2000"/>
            </a:pPr>
            <a:r>
              <a:t>**Module 3**: Consistency Check Bulk (automatic Pre/Post detection by market).</a:t>
            </a:r>
          </a:p>
          <a:p>
            <a:pPr>
              <a:defRPr sz="2000"/>
            </a:pPr>
            <a:r>
              <a:t>**Module 4**: Final Clean-Up.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2) Repository technical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`src/SSB_RetuningAutomations.py`: entry point, CLI/GUI parsing, module routing, batch/bulk execution, and versioning.</a:t>
            </a:r>
          </a:p>
          <a:p>
            <a:pPr>
              <a:defRPr sz="2000"/>
            </a:pPr>
            <a:r>
              <a:t>`src/modules/ConfigurationAudit/ConfigurationAudit.py`: log parsing and audit workbook construction (Excel + PPT).</a:t>
            </a:r>
          </a:p>
          <a:p>
            <a:pPr>
              <a:defRPr sz="2000"/>
            </a:pPr>
            <a:r>
              <a:t>`src/modules/ConfigurationAudit/ca_summary_excel.py`: assembly of `SummaryAudit` and discrepancy dataframes.</a:t>
            </a:r>
          </a:p>
          <a:p>
            <a:pPr>
              <a:defRPr sz="2000"/>
            </a:pPr>
            <a:r>
              <a:t>`src/modules/ConsistencyChecks/ConsistencyChecks.py`: PRE/POST loading, relation comparison, discrepancies, and output export.</a:t>
            </a:r>
          </a:p>
          <a:p>
            <a:pPr>
              <a:defRPr sz="2000"/>
            </a:pPr>
            <a:r>
              <a:t>`src/modules/ProfilesAudit/ProfilesAudit.py`: profiles audit (integrated into module 1).</a:t>
            </a:r>
          </a:p>
          <a:p>
            <a:pPr>
              <a:defRPr sz="2000"/>
            </a:pPr>
            <a:r>
              <a:t>`src/modules/CleanUp/FinalCleanUp.py`: final clean-up (base implementation for extension).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3.1 Module 0 — Update Network Frequencies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Input folder (may contain subfolders/ZIPs already supported by the IO layer).</a:t>
            </a:r>
          </a:p>
          <a:p>
            <a:pPr>
              <a:defRPr sz="2000"/>
            </a:pPr>
            <a:r>
              <a:t>Logs with an `NRFrequency` table and the `arfcnValueNRDl` column.</a:t>
            </a:r>
          </a:p>
          <a:p>
            <a:pPr>
              <a:defRPr sz="2000"/>
            </a:pPr>
            <a:r>
              <a:t>Does not generate Excel/PPT.</a:t>
            </a:r>
          </a:p>
          <a:p>
            <a:pPr>
              <a:defRPr sz="2000"/>
            </a:pPr>
            <a:r>
              <a:t>Updates the persisted network frequency value used for filtering and selection in later runs.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3.2 Module 1 — Configuration Audit &amp; Logs Parser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Input folder with logs (`.log`, `.logs`, `.txt`) or ZIPs resolvable by utilities.</a:t>
            </a:r>
          </a:p>
          <a:p>
            <a:pPr>
              <a:defRPr sz="2000"/>
            </a:pPr>
            <a:r>
              <a:t>Frequency parameters:</a:t>
            </a:r>
          </a:p>
          <a:p>
            <a:pPr>
              <a:defRPr sz="2000"/>
            </a:pPr>
            <a:r>
              <a:t>`n77_ssb_pre`</a:t>
            </a:r>
          </a:p>
          <a:p>
            <a:pPr>
              <a:defRPr sz="2000"/>
            </a:pPr>
            <a:r>
              <a:t>`n77_ssb_post`</a:t>
            </a:r>
          </a:p>
          <a:p>
            <a:pPr>
              <a:defRPr sz="2000"/>
            </a:pPr>
            <a:r>
              <a:t>`n77b_ssb`</a:t>
            </a:r>
          </a:p>
          <a:p>
            <a:pPr>
              <a:defRPr sz="2000"/>
            </a:pPr>
            <a:r>
              <a:t>allowed SSB/ARFCN lists pre/post.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3.3 Module 2 — Consistency Check (Pre/Post)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`input_pre` and `input_post` (or equivalent resolved structure).</a:t>
            </a:r>
          </a:p>
          <a:p>
            <a:pPr>
              <a:defRPr sz="2000"/>
            </a:pPr>
            <a:r>
              <a:t>Frequencies `n77_ssb_pre` and `n77_ssb_post`.</a:t>
            </a:r>
          </a:p>
          <a:p>
            <a:pPr>
              <a:defRPr sz="2000"/>
            </a:pPr>
            <a:r>
              <a:t>Optional reference to PRE and POST `ConfigurationAudit` to enrich target classification.</a:t>
            </a:r>
          </a:p>
          <a:p>
            <a:pPr>
              <a:defRPr sz="2000"/>
            </a:pPr>
            <a:r>
              <a:t>Optional list of frequency filters (`cc_freq_filters`).</a:t>
            </a:r>
          </a:p>
          <a:p>
            <a:pPr>
              <a:defRPr sz="2000"/>
            </a:pPr>
            <a:r>
              <a:t>new relations,</a:t>
            </a:r>
          </a:p>
          <a:p>
            <a:pPr>
              <a:defRPr sz="2000"/>
            </a:pPr>
            <a:r>
              <a:t>missing relations,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3.4 Module 3 — Consistency Check Bulk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Root folder with subfolders like `yyyymmdd_hhmm_step0` (optionally nested by market).</a:t>
            </a:r>
          </a:p>
          <a:p>
            <a:pPr>
              <a:defRPr sz="2000"/>
            </a:pPr>
            <a:r>
              <a:t>Same output structure as module 2, per market.</a:t>
            </a:r>
          </a:p>
          <a:p>
            <a:pPr>
              <a:defRPr sz="2000"/>
            </a:pPr>
            <a:r>
              <a:t>Traceability file `FoldersCompared.txt`.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3.5 Module 4 — Final Clean-Up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Final retune working folder.</a:t>
            </a:r>
          </a:p>
          <a:p>
            <a:pPr>
              <a:defRPr sz="2000"/>
            </a:pPr>
            <a:r>
              <a:t>Executes final cleanup policies (structure prepared to expand rules).</a:t>
            </a:r>
          </a:p>
          <a:p>
            <a:pPr>
              <a:defRPr sz="2000"/>
            </a:pPr>
            <a:r>
              <a:t>Versioned cleanup directory according to the active implementation.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