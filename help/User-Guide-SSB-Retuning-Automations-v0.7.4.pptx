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5"/>
  </p:sldMasterIdLst>
  <p:handoutMasterIdLst>
    <p:handoutMasterId r:id="rId6"/>
  </p:handoutMasterIdLst>
  <p:sldIdLst>
    <p:sldId id="256" r:id="rId12"/>
    <p:sldId id="257" r:id="rId13"/>
    <p:sldId id="258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2" r:id="rId28"/>
    <p:sldId id="273" r:id="rId29"/>
    <p:sldId id="274" r:id="rId30"/>
    <p:sldId id="275" r:id="rId31"/>
    <p:sldId id="276" r:id="rId32"/>
    <p:sldId id="277" r:id="rId33"/>
    <p:sldId id="278" r:id="rId34"/>
    <p:sldId id="279" r:id="rId35"/>
    <p:sldId id="280" r:id="rId36"/>
    <p:sldId id="281" r:id="rId37"/>
    <p:sldId id="282" r:id="rId38"/>
    <p:sldId id="283" r:id="rId39"/>
    <p:sldId id="284" r:id="rId40"/>
    <p:sldId id="285" r:id="rId41"/>
    <p:sldId id="286" r:id="rId42"/>
    <p:sldId id="287" r:id="rId43"/>
    <p:sldId id="288" r:id="rId44"/>
    <p:sldId id="289" r:id="rId45"/>
    <p:sldId id="290" r:id="rId46"/>
    <p:sldId id="291" r:id="rId47"/>
    <p:sldId id="292" r:id="rId48"/>
    <p:sldId id="293" r:id="rId49"/>
    <p:sldId id="294" r:id="rId50"/>
    <p:sldId id="295" r:id="rId51"/>
    <p:sldId id="296" r:id="rId52"/>
    <p:sldId id="297" r:id="rId53"/>
    <p:sldId id="298" r:id="rId54"/>
    <p:sldId id="299" r:id="rId55"/>
    <p:sldId id="300" r:id="rId56"/>
    <p:sldId id="301" r:id="rId57"/>
    <p:sldId id="302" r:id="rId58"/>
    <p:sldId id="303" r:id="rId59"/>
    <p:sldId id="304" r:id="rId60"/>
    <p:sldId id="305" r:id="rId61"/>
    <p:sldId id="306" r:id="rId62"/>
    <p:sldId id="307" r:id="rId63"/>
    <p:sldId id="308" r:id="rId6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150" d="100"/>
          <a:sy n="150" d="100"/>
        </p:scale>
        <p:origin x="2100" y="136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51" d="100"/>
          <a:sy n="151" d="100"/>
        </p:scale>
        <p:origin x="5909" y="9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handoutMaster" Target="handoutMasters/handout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Relationship Id="rId11" Type="http://schemas.microsoft.com/office/2016/11/relationships/changesInfo" Target="changesInfos/changesInfo1.xml"/><Relationship Id="rId12" Type="http://schemas.openxmlformats.org/officeDocument/2006/relationships/slide" Target="slides/slide1.xml"/><Relationship Id="rId13" Type="http://schemas.openxmlformats.org/officeDocument/2006/relationships/slide" Target="slides/slide2.xml"/><Relationship Id="rId14" Type="http://schemas.openxmlformats.org/officeDocument/2006/relationships/slide" Target="slides/slide3.xml"/><Relationship Id="rId15" Type="http://schemas.openxmlformats.org/officeDocument/2006/relationships/slide" Target="slides/slide4.xml"/><Relationship Id="rId16" Type="http://schemas.openxmlformats.org/officeDocument/2006/relationships/slide" Target="slides/slide5.xml"/><Relationship Id="rId17" Type="http://schemas.openxmlformats.org/officeDocument/2006/relationships/slide" Target="slides/slide6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Relationship Id="rId27" Type="http://schemas.openxmlformats.org/officeDocument/2006/relationships/slide" Target="slides/slide16.xml"/><Relationship Id="rId28" Type="http://schemas.openxmlformats.org/officeDocument/2006/relationships/slide" Target="slides/slide17.xml"/><Relationship Id="rId29" Type="http://schemas.openxmlformats.org/officeDocument/2006/relationships/slide" Target="slides/slide18.xml"/><Relationship Id="rId30" Type="http://schemas.openxmlformats.org/officeDocument/2006/relationships/slide" Target="slides/slide19.xml"/><Relationship Id="rId31" Type="http://schemas.openxmlformats.org/officeDocument/2006/relationships/slide" Target="slides/slide20.xml"/><Relationship Id="rId32" Type="http://schemas.openxmlformats.org/officeDocument/2006/relationships/slide" Target="slides/slide21.xml"/><Relationship Id="rId33" Type="http://schemas.openxmlformats.org/officeDocument/2006/relationships/slide" Target="slides/slide22.xml"/><Relationship Id="rId34" Type="http://schemas.openxmlformats.org/officeDocument/2006/relationships/slide" Target="slides/slide23.xml"/><Relationship Id="rId35" Type="http://schemas.openxmlformats.org/officeDocument/2006/relationships/slide" Target="slides/slide24.xml"/><Relationship Id="rId36" Type="http://schemas.openxmlformats.org/officeDocument/2006/relationships/slide" Target="slides/slide25.xml"/><Relationship Id="rId37" Type="http://schemas.openxmlformats.org/officeDocument/2006/relationships/slide" Target="slides/slide26.xml"/><Relationship Id="rId38" Type="http://schemas.openxmlformats.org/officeDocument/2006/relationships/slide" Target="slides/slide27.xml"/><Relationship Id="rId39" Type="http://schemas.openxmlformats.org/officeDocument/2006/relationships/slide" Target="slides/slide28.xml"/><Relationship Id="rId40" Type="http://schemas.openxmlformats.org/officeDocument/2006/relationships/slide" Target="slides/slide29.xml"/><Relationship Id="rId41" Type="http://schemas.openxmlformats.org/officeDocument/2006/relationships/slide" Target="slides/slide30.xml"/><Relationship Id="rId42" Type="http://schemas.openxmlformats.org/officeDocument/2006/relationships/slide" Target="slides/slide31.xml"/><Relationship Id="rId43" Type="http://schemas.openxmlformats.org/officeDocument/2006/relationships/slide" Target="slides/slide32.xml"/><Relationship Id="rId44" Type="http://schemas.openxmlformats.org/officeDocument/2006/relationships/slide" Target="slides/slide33.xml"/><Relationship Id="rId45" Type="http://schemas.openxmlformats.org/officeDocument/2006/relationships/slide" Target="slides/slide34.xml"/><Relationship Id="rId46" Type="http://schemas.openxmlformats.org/officeDocument/2006/relationships/slide" Target="slides/slide35.xml"/><Relationship Id="rId47" Type="http://schemas.openxmlformats.org/officeDocument/2006/relationships/slide" Target="slides/slide36.xml"/><Relationship Id="rId48" Type="http://schemas.openxmlformats.org/officeDocument/2006/relationships/slide" Target="slides/slide37.xml"/><Relationship Id="rId49" Type="http://schemas.openxmlformats.org/officeDocument/2006/relationships/slide" Target="slides/slide38.xml"/><Relationship Id="rId50" Type="http://schemas.openxmlformats.org/officeDocument/2006/relationships/slide" Target="slides/slide39.xml"/><Relationship Id="rId51" Type="http://schemas.openxmlformats.org/officeDocument/2006/relationships/slide" Target="slides/slide40.xml"/><Relationship Id="rId52" Type="http://schemas.openxmlformats.org/officeDocument/2006/relationships/slide" Target="slides/slide41.xml"/><Relationship Id="rId53" Type="http://schemas.openxmlformats.org/officeDocument/2006/relationships/slide" Target="slides/slide42.xml"/><Relationship Id="rId54" Type="http://schemas.openxmlformats.org/officeDocument/2006/relationships/slide" Target="slides/slide43.xml"/><Relationship Id="rId55" Type="http://schemas.openxmlformats.org/officeDocument/2006/relationships/slide" Target="slides/slide44.xml"/><Relationship Id="rId56" Type="http://schemas.openxmlformats.org/officeDocument/2006/relationships/slide" Target="slides/slide45.xml"/><Relationship Id="rId57" Type="http://schemas.openxmlformats.org/officeDocument/2006/relationships/slide" Target="slides/slide46.xml"/><Relationship Id="rId58" Type="http://schemas.openxmlformats.org/officeDocument/2006/relationships/slide" Target="slides/slide47.xml"/><Relationship Id="rId59" Type="http://schemas.openxmlformats.org/officeDocument/2006/relationships/slide" Target="slides/slide48.xml"/><Relationship Id="rId60" Type="http://schemas.openxmlformats.org/officeDocument/2006/relationships/slide" Target="slides/slide49.xml"/><Relationship Id="rId61" Type="http://schemas.openxmlformats.org/officeDocument/2006/relationships/slide" Target="slides/slide50.xml"/><Relationship Id="rId62" Type="http://schemas.openxmlformats.org/officeDocument/2006/relationships/slide" Target="slides/slide51.xml"/><Relationship Id="rId63" Type="http://schemas.openxmlformats.org/officeDocument/2006/relationships/slide" Target="slides/slide52.xml"/><Relationship Id="rId64" Type="http://schemas.openxmlformats.org/officeDocument/2006/relationships/slide" Target="slides/slide5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ime Tur" userId="0c147167-24ab-41cc-821f-e304fffd7c74" providerId="ADAL" clId="{96FACA42-3611-4883-8B93-19C4F783C7AC}"/>
    <pc:docChg chg="undo redo custSel addSld delSld modSld sldOrd">
      <pc:chgData name="Jaime Tur" userId="0c147167-24ab-41cc-821f-e304fffd7c74" providerId="ADAL" clId="{96FACA42-3611-4883-8B93-19C4F783C7AC}" dt="2025-11-14T18:07:26.228" v="109" actId="47"/>
      <pc:docMkLst>
        <pc:docMk/>
      </pc:docMkLst>
      <pc:sldChg chg="modSp mod">
        <pc:chgData name="Jaime Tur" userId="0c147167-24ab-41cc-821f-e304fffd7c74" providerId="ADAL" clId="{96FACA42-3611-4883-8B93-19C4F783C7AC}" dt="2025-11-14T13:39:49.344" v="7" actId="20577"/>
        <pc:sldMkLst>
          <pc:docMk/>
          <pc:sldMk cId="0" sldId="256"/>
        </pc:sldMkLst>
        <pc:spChg chg="mod">
          <ac:chgData name="Jaime Tur" userId="0c147167-24ab-41cc-821f-e304fffd7c74" providerId="ADAL" clId="{96FACA42-3611-4883-8B93-19C4F783C7AC}" dt="2025-11-14T13:39:49.344" v="7" actId="20577"/>
          <ac:spMkLst>
            <pc:docMk/>
            <pc:sldMk cId="0" sldId="256"/>
            <ac:spMk id="3" creationId="{00000000-0000-0000-0000-000000000000}"/>
          </ac:spMkLst>
        </pc:spChg>
      </pc:sldChg>
      <pc:sldChg chg="addSp delSp modSp del mod setBg setClrOvrMap">
        <pc:chgData name="Jaime Tur" userId="0c147167-24ab-41cc-821f-e304fffd7c74" providerId="ADAL" clId="{96FACA42-3611-4883-8B93-19C4F783C7AC}" dt="2025-11-14T18:03:35.578" v="61" actId="47"/>
        <pc:sldMkLst>
          <pc:docMk/>
          <pc:sldMk cId="0" sldId="257"/>
        </pc:sldMkLst>
        <pc:spChg chg="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27.919" v="10" actId="26606"/>
          <ac:spMkLst>
            <pc:docMk/>
            <pc:sldMk cId="0" sldId="257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0:11.510" v="34" actId="26606"/>
          <ac:spMkLst>
            <pc:docMk/>
            <pc:sldMk cId="0" sldId="257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39.945" v="27" actId="26606"/>
          <ac:spMkLst>
            <pc:docMk/>
            <pc:sldMk cId="0" sldId="257"/>
            <ac:spMk id="12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1:52.135" v="40" actId="26606"/>
          <ac:spMkLst>
            <pc:docMk/>
            <pc:sldMk cId="0" sldId="257"/>
            <ac:spMk id="13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0.210" v="29" actId="26606"/>
          <ac:spMkLst>
            <pc:docMk/>
            <pc:sldMk cId="0" sldId="257"/>
            <ac:spMk id="14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6:59.071" v="20" actId="26606"/>
          <ac:spMkLst>
            <pc:docMk/>
            <pc:sldMk cId="0" sldId="257"/>
            <ac:spMk id="15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0:06.056" v="31" actId="26606"/>
          <ac:spMkLst>
            <pc:docMk/>
            <pc:sldMk cId="0" sldId="257"/>
            <ac:spMk id="16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18" creationId="{B50AB553-2A96-4A92-96F2-93548E096954}"/>
          </ac:spMkLst>
        </pc:spChg>
        <pc:spChg chg="add">
          <ac:chgData name="Jaime Tur" userId="0c147167-24ab-41cc-821f-e304fffd7c74" providerId="ADAL" clId="{96FACA42-3611-4883-8B93-19C4F783C7AC}" dt="2025-11-14T18:02:26.976" v="45" actId="26606"/>
          <ac:spMkLst>
            <pc:docMk/>
            <pc:sldMk cId="0" sldId="257"/>
            <ac:spMk id="23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8:02:41.801" v="46" actId="404"/>
          <ac:graphicFrameMkLst>
            <pc:docMk/>
            <pc:sldMk cId="0" sldId="257"/>
            <ac:graphicFrameMk id="5" creationId="{0120DC20-DF02-0DDE-F000-746C7BCFEA13}"/>
          </ac:graphicFrameMkLst>
        </pc:graphicFrameChg>
        <pc:picChg chg="add mod">
          <ac:chgData name="Jaime Tur" userId="0c147167-24ab-41cc-821f-e304fffd7c74" providerId="ADAL" clId="{96FACA42-3611-4883-8B93-19C4F783C7AC}" dt="2025-11-14T18:00:11.510" v="34" actId="26606"/>
          <ac:picMkLst>
            <pc:docMk/>
            <pc:sldMk cId="0" sldId="257"/>
            <ac:picMk id="6" creationId="{0FF492E2-580F-609C-6AE6-BE9CFDB78534}"/>
          </ac:picMkLst>
        </pc:picChg>
      </pc:sldChg>
      <pc:sldChg chg="addSp delSp modSp del mod setBg">
        <pc:chgData name="Jaime Tur" userId="0c147167-24ab-41cc-821f-e304fffd7c74" providerId="ADAL" clId="{96FACA42-3611-4883-8B93-19C4F783C7AC}" dt="2025-11-14T18:04:24.677" v="69" actId="47"/>
        <pc:sldMkLst>
          <pc:docMk/>
          <pc:sldMk cId="0" sldId="258"/>
        </pc:sldMkLst>
        <pc:spChg chg="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7:55:47.305" v="11" actId="26606"/>
          <ac:spMkLst>
            <pc:docMk/>
            <pc:sldMk cId="0" sldId="258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0" creationId="{B50AB553-2A96-4A92-96F2-93548E096954}"/>
          </ac:spMkLst>
        </pc:spChg>
        <pc:spChg chg="add del">
          <ac:chgData name="Jaime Tur" userId="0c147167-24ab-41cc-821f-e304fffd7c74" providerId="ADAL" clId="{96FACA42-3611-4883-8B93-19C4F783C7AC}" dt="2025-11-14T17:58:13.848" v="25" actId="26606"/>
          <ac:spMkLst>
            <pc:docMk/>
            <pc:sldMk cId="0" sldId="258"/>
            <ac:spMk id="15" creationId="{B50AB553-2A96-4A92-96F2-93548E096954}"/>
          </ac:spMkLst>
        </pc:spChg>
        <pc:graphicFrameChg chg="add mod modGraphic">
          <ac:chgData name="Jaime Tur" userId="0c147167-24ab-41cc-821f-e304fffd7c74" providerId="ADAL" clId="{96FACA42-3611-4883-8B93-19C4F783C7AC}" dt="2025-11-14T17:58:13.848" v="25" actId="26606"/>
          <ac:graphicFrameMkLst>
            <pc:docMk/>
            <pc:sldMk cId="0" sldId="258"/>
            <ac:graphicFrameMk id="5" creationId="{5C4B6F90-19D3-CB19-5293-046AF8A0F9DA}"/>
          </ac:graphicFrameMkLst>
        </pc:graphicFrameChg>
        <pc:picChg chg="add mod">
          <ac:chgData name="Jaime Tur" userId="0c147167-24ab-41cc-821f-e304fffd7c74" providerId="ADAL" clId="{96FACA42-3611-4883-8B93-19C4F783C7AC}" dt="2025-11-14T17:58:13.848" v="25" actId="26606"/>
          <ac:picMkLst>
            <pc:docMk/>
            <pc:sldMk cId="0" sldId="258"/>
            <ac:picMk id="6" creationId="{42346672-8335-584F-26D2-08A72AE21F55}"/>
          </ac:picMkLst>
        </pc:picChg>
      </pc:sldChg>
      <pc:sldChg chg="addSp delSp modSp mod ord setBg addAnim">
        <pc:chgData name="Jaime Tur" userId="0c147167-24ab-41cc-821f-e304fffd7c74" providerId="ADAL" clId="{96FACA42-3611-4883-8B93-19C4F783C7AC}" dt="2025-11-14T18:07:15.369" v="107"/>
        <pc:sldMkLst>
          <pc:docMk/>
          <pc:sldMk cId="0" sldId="259"/>
        </pc:sldMkLst>
        <pc:spChg chg="mod">
          <ac:chgData name="Jaime Tur" userId="0c147167-24ab-41cc-821f-e304fffd7c74" providerId="ADAL" clId="{96FACA42-3611-4883-8B93-19C4F783C7AC}" dt="2025-11-14T18:03:18.132" v="58" actId="20577"/>
          <ac:spMkLst>
            <pc:docMk/>
            <pc:sldMk cId="0" sldId="259"/>
            <ac:spMk id="2" creationId="{00000000-0000-0000-0000-000000000000}"/>
          </ac:spMkLst>
        </pc:spChg>
        <pc:spChg chg="del mod">
          <ac:chgData name="Jaime Tur" userId="0c147167-24ab-41cc-821f-e304fffd7c74" providerId="ADAL" clId="{96FACA42-3611-4883-8B93-19C4F783C7AC}" dt="2025-11-14T18:03:30.572" v="60"/>
          <ac:spMkLst>
            <pc:docMk/>
            <pc:sldMk cId="0" sldId="259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31.117" v="39" actId="26606"/>
          <ac:spMkLst>
            <pc:docMk/>
            <pc:sldMk cId="0" sldId="259"/>
            <ac:spMk id="19" creationId="{DB17E863-922E-4C26-BD64-E8FD41D28661}"/>
          </ac:spMkLst>
        </pc:spChg>
        <pc:graphicFrameChg chg="add mod">
          <ac:chgData name="Jaime Tur" userId="0c147167-24ab-41cc-821f-e304fffd7c74" providerId="ADAL" clId="{96FACA42-3611-4883-8B93-19C4F783C7AC}" dt="2025-11-14T18:07:15.369" v="107"/>
          <ac:graphicFrameMkLst>
            <pc:docMk/>
            <pc:sldMk cId="0" sldId="259"/>
            <ac:graphicFrameMk id="4" creationId="{9B56F6FC-05EB-E069-9007-8843E01A0B22}"/>
          </ac:graphicFrameMkLst>
        </pc:graphicFrameChg>
      </pc:sldChg>
      <pc:sldChg chg="addSp delSp modSp del mod setBg delDesignElem">
        <pc:chgData name="Jaime Tur" userId="0c147167-24ab-41cc-821f-e304fffd7c74" providerId="ADAL" clId="{96FACA42-3611-4883-8B93-19C4F783C7AC}" dt="2025-11-14T18:05:50.019" v="90" actId="47"/>
        <pc:sldMkLst>
          <pc:docMk/>
          <pc:sldMk cId="0" sldId="260"/>
        </pc:sldMkLst>
        <pc:spChg chg="mod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3.481" v="12" actId="26606"/>
          <ac:spMkLst>
            <pc:docMk/>
            <pc:sldMk cId="0" sldId="260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7:58:00.486" v="24"/>
          <ac:spMkLst>
            <pc:docMk/>
            <pc:sldMk cId="0" sldId="260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3.481" v="12" actId="26606"/>
          <ac:graphicFrameMkLst>
            <pc:docMk/>
            <pc:sldMk cId="0" sldId="260"/>
            <ac:graphicFrameMk id="5" creationId="{D6FBAF62-2E68-5AA6-3611-2B6B35E8AAFC}"/>
          </ac:graphicFrameMkLst>
        </pc:graphicFrameChg>
        <pc:picChg chg="add">
          <ac:chgData name="Jaime Tur" userId="0c147167-24ab-41cc-821f-e304fffd7c74" providerId="ADAL" clId="{96FACA42-3611-4883-8B93-19C4F783C7AC}" dt="2025-11-14T17:55:53.481" v="12" actId="26606"/>
          <ac:picMkLst>
            <pc:docMk/>
            <pc:sldMk cId="0" sldId="260"/>
            <ac:picMk id="6" creationId="{13E47EFC-D452-71A4-8F1B-26D8A2984F1A}"/>
          </ac:picMkLst>
        </pc:picChg>
      </pc:sldChg>
      <pc:sldChg chg="addSp delSp modSp mod setBg addAnim">
        <pc:chgData name="Jaime Tur" userId="0c147167-24ab-41cc-821f-e304fffd7c74" providerId="ADAL" clId="{96FACA42-3611-4883-8B93-19C4F783C7AC}" dt="2025-11-14T18:01:25.854" v="38" actId="26606"/>
        <pc:sldMkLst>
          <pc:docMk/>
          <pc:sldMk cId="0" sldId="261"/>
        </pc:sldMkLst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12" creationId="{081E4A58-353D-44AE-B2FC-2A74E2E400F7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7" creationId="{943CAA20-3569-4189-9E48-239A229A86CA}"/>
          </ac:spMkLst>
        </pc:spChg>
        <pc:spChg chg="add del">
          <ac:chgData name="Jaime Tur" userId="0c147167-24ab-41cc-821f-e304fffd7c74" providerId="ADAL" clId="{96FACA42-3611-4883-8B93-19C4F783C7AC}" dt="2025-11-14T18:01:25.843" v="37" actId="26606"/>
          <ac:spMkLst>
            <pc:docMk/>
            <pc:sldMk cId="0" sldId="261"/>
            <ac:spMk id="19" creationId="{DA542B6D-E775-4832-91DC-2D20F857813A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1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25.854" v="38" actId="26606"/>
          <ac:spMkLst>
            <pc:docMk/>
            <pc:sldMk cId="0" sldId="261"/>
            <ac:spMk id="22" creationId="{DB17E863-922E-4C26-BD64-E8FD41D28661}"/>
          </ac:spMkLst>
        </pc:spChg>
      </pc:sldChg>
      <pc:sldChg chg="addSp delSp modSp add del mod setBg">
        <pc:chgData name="Jaime Tur" userId="0c147167-24ab-41cc-821f-e304fffd7c74" providerId="ADAL" clId="{96FACA42-3611-4883-8B93-19C4F783C7AC}" dt="2025-11-14T18:07:26.228" v="109" actId="47"/>
        <pc:sldMkLst>
          <pc:docMk/>
          <pc:sldMk cId="0" sldId="262"/>
        </pc:sldMkLst>
        <pc:spChg chg="mo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2" creationId="{00000000-0000-0000-0000-000000000000}"/>
          </ac:spMkLst>
        </pc:spChg>
        <pc:spChg chg="del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3" creationId="{00000000-0000-0000-0000-000000000000}"/>
          </ac:spMkLst>
        </pc:spChg>
        <pc:spChg chg="add">
          <ac:chgData name="Jaime Tur" userId="0c147167-24ab-41cc-821f-e304fffd7c74" providerId="ADAL" clId="{96FACA42-3611-4883-8B93-19C4F783C7AC}" dt="2025-11-14T17:55:58.851" v="13" actId="26606"/>
          <ac:spMkLst>
            <pc:docMk/>
            <pc:sldMk cId="0" sldId="262"/>
            <ac:spMk id="10" creationId="{B50AB553-2A96-4A92-96F2-93548E096954}"/>
          </ac:spMkLst>
        </pc:spChg>
        <pc:graphicFrameChg chg="add">
          <ac:chgData name="Jaime Tur" userId="0c147167-24ab-41cc-821f-e304fffd7c74" providerId="ADAL" clId="{96FACA42-3611-4883-8B93-19C4F783C7AC}" dt="2025-11-14T17:55:58.851" v="13" actId="26606"/>
          <ac:graphicFrameMkLst>
            <pc:docMk/>
            <pc:sldMk cId="0" sldId="262"/>
            <ac:graphicFrameMk id="5" creationId="{5B27CA4B-77CB-B70F-97B4-B8F65A097F95}"/>
          </ac:graphicFrameMkLst>
        </pc:graphicFrameChg>
        <pc:picChg chg="add">
          <ac:chgData name="Jaime Tur" userId="0c147167-24ab-41cc-821f-e304fffd7c74" providerId="ADAL" clId="{96FACA42-3611-4883-8B93-19C4F783C7AC}" dt="2025-11-14T17:55:58.851" v="13" actId="26606"/>
          <ac:picMkLst>
            <pc:docMk/>
            <pc:sldMk cId="0" sldId="262"/>
            <ac:picMk id="6" creationId="{8003957F-A030-8845-B8FE-76EC1661EBA0}"/>
          </ac:picMkLst>
        </pc:picChg>
      </pc:sldChg>
      <pc:sldChg chg="addSp delSp modSp mod setBg">
        <pc:chgData name="Jaime Tur" userId="0c147167-24ab-41cc-821f-e304fffd7c74" providerId="ADAL" clId="{96FACA42-3611-4883-8B93-19C4F783C7AC}" dt="2025-11-14T18:01:05.897" v="35" actId="26606"/>
        <pc:sldMkLst>
          <pc:docMk/>
          <pc:sldMk cId="0" sldId="263"/>
        </pc:sldMkLst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2" creationId="{00000000-0000-0000-0000-000000000000}"/>
          </ac:spMkLst>
        </pc:spChg>
        <pc:spChg chg="mo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3" creationId="{00000000-0000-0000-0000-000000000000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8" creationId="{1BB867FF-FC45-48F7-8104-F89BE54909F1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0" creationId="{8BB56887-D0D5-4F0C-9E19-7247EB83C8B7}"/>
          </ac:spMkLst>
        </pc:spChg>
        <pc:spChg chg="add del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2" creationId="{081E4A58-353D-44AE-B2FC-2A74E2E400F7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7" creationId="{100EDD19-6802-4EC3-95CE-CFFAB042CFD6}"/>
          </ac:spMkLst>
        </pc:spChg>
        <pc:spChg chg="add">
          <ac:chgData name="Jaime Tur" userId="0c147167-24ab-41cc-821f-e304fffd7c74" providerId="ADAL" clId="{96FACA42-3611-4883-8B93-19C4F783C7AC}" dt="2025-11-14T18:01:05.897" v="35" actId="26606"/>
          <ac:spMkLst>
            <pc:docMk/>
            <pc:sldMk cId="0" sldId="263"/>
            <ac:spMk id="19" creationId="{DB17E863-922E-4C26-BD64-E8FD41D28661}"/>
          </ac:spMkLst>
        </pc:spChg>
      </pc:sldChg>
      <pc:sldChg chg="addSp delSp modSp add mod">
        <pc:chgData name="Jaime Tur" userId="0c147167-24ab-41cc-821f-e304fffd7c74" providerId="ADAL" clId="{96FACA42-3611-4883-8B93-19C4F783C7AC}" dt="2025-11-14T18:04:14.203" v="68"/>
        <pc:sldMkLst>
          <pc:docMk/>
          <pc:sldMk cId="1233346370" sldId="264"/>
        </pc:sldMkLst>
        <pc:spChg chg="mod">
          <ac:chgData name="Jaime Tur" userId="0c147167-24ab-41cc-821f-e304fffd7c74" providerId="ADAL" clId="{96FACA42-3611-4883-8B93-19C4F783C7AC}" dt="2025-11-14T18:03:50.378" v="63"/>
          <ac:spMkLst>
            <pc:docMk/>
            <pc:sldMk cId="1233346370" sldId="264"/>
            <ac:spMk id="2" creationId="{71C92489-1615-4D57-43B5-5E08DF475047}"/>
          </ac:spMkLst>
        </pc:spChg>
        <pc:spChg chg="del">
          <ac:chgData name="Jaime Tur" userId="0c147167-24ab-41cc-821f-e304fffd7c74" providerId="ADAL" clId="{96FACA42-3611-4883-8B93-19C4F783C7AC}" dt="2025-11-14T18:04:01.600" v="64" actId="478"/>
          <ac:spMkLst>
            <pc:docMk/>
            <pc:sldMk cId="1233346370" sldId="264"/>
            <ac:spMk id="3" creationId="{3D5689A9-CFD7-4243-D490-5B60600161EB}"/>
          </ac:spMkLst>
        </pc:spChg>
        <pc:spChg chg="add del mod">
          <ac:chgData name="Jaime Tur" userId="0c147167-24ab-41cc-821f-e304fffd7c74" providerId="ADAL" clId="{96FACA42-3611-4883-8B93-19C4F783C7AC}" dt="2025-11-14T18:04:13.198" v="67" actId="478"/>
          <ac:spMkLst>
            <pc:docMk/>
            <pc:sldMk cId="1233346370" sldId="264"/>
            <ac:spMk id="5" creationId="{0EBA4DA5-2281-4E1D-75B0-CEF5A8B0D08B}"/>
          </ac:spMkLst>
        </pc:spChg>
        <pc:graphicFrameChg chg="add mod">
          <ac:chgData name="Jaime Tur" userId="0c147167-24ab-41cc-821f-e304fffd7c74" providerId="ADAL" clId="{96FACA42-3611-4883-8B93-19C4F783C7AC}" dt="2025-11-14T18:04:08.863" v="66"/>
          <ac:graphicFrameMkLst>
            <pc:docMk/>
            <pc:sldMk cId="1233346370" sldId="264"/>
            <ac:graphicFrameMk id="6" creationId="{BEEA9A67-963E-AE26-497E-B095D3DF647B}"/>
          </ac:graphicFrameMkLst>
        </pc:graphicFrameChg>
        <pc:graphicFrameChg chg="add mod">
          <ac:chgData name="Jaime Tur" userId="0c147167-24ab-41cc-821f-e304fffd7c74" providerId="ADAL" clId="{96FACA42-3611-4883-8B93-19C4F783C7AC}" dt="2025-11-14T18:04:14.203" v="68"/>
          <ac:graphicFrameMkLst>
            <pc:docMk/>
            <pc:sldMk cId="1233346370" sldId="264"/>
            <ac:graphicFrameMk id="7" creationId="{1A639F29-48DF-59A8-5899-535A4C880E2A}"/>
          </ac:graphicFrameMkLst>
        </pc:graphicFrameChg>
      </pc:sldChg>
      <pc:sldChg chg="add">
        <pc:chgData name="Jaime Tur" userId="0c147167-24ab-41cc-821f-e304fffd7c74" providerId="ADAL" clId="{96FACA42-3611-4883-8B93-19C4F783C7AC}" dt="2025-11-14T18:03:43.752" v="62" actId="2890"/>
        <pc:sldMkLst>
          <pc:docMk/>
          <pc:sldMk cId="2426699377" sldId="265"/>
        </pc:sldMkLst>
      </pc:sldChg>
      <pc:sldChg chg="addSp delSp modSp add del mod setBg delDesignElem">
        <pc:chgData name="Jaime Tur" userId="0c147167-24ab-41cc-821f-e304fffd7c74" providerId="ADAL" clId="{96FACA42-3611-4883-8B93-19C4F783C7AC}" dt="2025-11-14T18:05:21.513" v="83" actId="47"/>
        <pc:sldMkLst>
          <pc:docMk/>
          <pc:sldMk cId="1375192382" sldId="266"/>
        </pc:sldMkLst>
        <pc:spChg chg="mod">
          <ac:chgData name="Jaime Tur" userId="0c147167-24ab-41cc-821f-e304fffd7c74" providerId="ADAL" clId="{96FACA42-3611-4883-8B93-19C4F783C7AC}" dt="2025-11-14T18:04:40.151" v="72"/>
          <ac:spMkLst>
            <pc:docMk/>
            <pc:sldMk cId="1375192382" sldId="266"/>
            <ac:spMk id="2" creationId="{1BAA8637-8F4D-5329-1120-8C434F6D0C49}"/>
          </ac:spMkLst>
        </pc:spChg>
        <pc:spChg chg="add del mod">
          <ac:chgData name="Jaime Tur" userId="0c147167-24ab-41cc-821f-e304fffd7c74" providerId="ADAL" clId="{96FACA42-3611-4883-8B93-19C4F783C7AC}" dt="2025-11-14T18:05:01.023" v="77" actId="478"/>
          <ac:spMkLst>
            <pc:docMk/>
            <pc:sldMk cId="1375192382" sldId="266"/>
            <ac:spMk id="4" creationId="{EF0DE79A-C556-154F-A26B-EF53BBD8B119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7" creationId="{8C2FE627-A056-7A73-517D-36881DA69BAC}"/>
          </ac:spMkLst>
        </pc:spChg>
        <pc:spChg chg="add del">
          <ac:chgData name="Jaime Tur" userId="0c147167-24ab-41cc-821f-e304fffd7c74" providerId="ADAL" clId="{96FACA42-3611-4883-8B93-19C4F783C7AC}" dt="2025-11-14T18:05:09.258" v="79"/>
          <ac:spMkLst>
            <pc:docMk/>
            <pc:sldMk cId="1375192382" sldId="266"/>
            <ac:spMk id="19" creationId="{EA8D81A2-F58D-73B1-2315-75D05FC96385}"/>
          </ac:spMkLst>
        </pc:spChg>
        <pc:graphicFrameChg chg="add mod">
          <ac:chgData name="Jaime Tur" userId="0c147167-24ab-41cc-821f-e304fffd7c74" providerId="ADAL" clId="{96FACA42-3611-4883-8B93-19C4F783C7AC}" dt="2025-11-14T18:04:53.689" v="75"/>
          <ac:graphicFrameMkLst>
            <pc:docMk/>
            <pc:sldMk cId="1375192382" sldId="266"/>
            <ac:graphicFrameMk id="5" creationId="{7D95ED28-F044-B542-FEBC-192E170DE61F}"/>
          </ac:graphicFrameMkLst>
        </pc:graphicFrameChg>
        <pc:graphicFrameChg chg="add del">
          <ac:chgData name="Jaime Tur" userId="0c147167-24ab-41cc-821f-e304fffd7c74" providerId="ADAL" clId="{96FACA42-3611-4883-8B93-19C4F783C7AC}" dt="2025-11-14T18:05:01.023" v="77" actId="478"/>
          <ac:graphicFrameMkLst>
            <pc:docMk/>
            <pc:sldMk cId="1375192382" sldId="266"/>
            <ac:graphicFrameMk id="7" creationId="{152D5676-3B30-632E-AD7F-7DEF057B2216}"/>
          </ac:graphicFrameMkLst>
        </pc:graphicFrameChg>
      </pc:sldChg>
      <pc:sldChg chg="addSp delSp modSp add mod ord">
        <pc:chgData name="Jaime Tur" userId="0c147167-24ab-41cc-821f-e304fffd7c74" providerId="ADAL" clId="{96FACA42-3611-4883-8B93-19C4F783C7AC}" dt="2025-11-14T18:05:47.469" v="89"/>
        <pc:sldMkLst>
          <pc:docMk/>
          <pc:sldMk cId="3924793611" sldId="267"/>
        </pc:sldMkLst>
        <pc:spChg chg="mod">
          <ac:chgData name="Jaime Tur" userId="0c147167-24ab-41cc-821f-e304fffd7c74" providerId="ADAL" clId="{96FACA42-3611-4883-8B93-19C4F783C7AC}" dt="2025-11-14T18:05:28.489" v="84"/>
          <ac:spMkLst>
            <pc:docMk/>
            <pc:sldMk cId="3924793611" sldId="267"/>
            <ac:spMk id="2" creationId="{0BCD6D37-2F8A-1DCD-D975-A8F18DA6B475}"/>
          </ac:spMkLst>
        </pc:spChg>
        <pc:spChg chg="add del mod">
          <ac:chgData name="Jaime Tur" userId="0c147167-24ab-41cc-821f-e304fffd7c74" providerId="ADAL" clId="{96FACA42-3611-4883-8B93-19C4F783C7AC}" dt="2025-11-14T18:05:39.479" v="88" actId="478"/>
          <ac:spMkLst>
            <pc:docMk/>
            <pc:sldMk cId="3924793611" sldId="267"/>
            <ac:spMk id="4" creationId="{A76ED774-EB2B-32E9-6EC6-2959C7D33FCE}"/>
          </ac:spMkLst>
        </pc:spChg>
        <pc:graphicFrameChg chg="add mod">
          <ac:chgData name="Jaime Tur" userId="0c147167-24ab-41cc-821f-e304fffd7c74" providerId="ADAL" clId="{96FACA42-3611-4883-8B93-19C4F783C7AC}" dt="2025-11-14T18:05:47.469" v="89"/>
          <ac:graphicFrameMkLst>
            <pc:docMk/>
            <pc:sldMk cId="3924793611" sldId="267"/>
            <ac:graphicFrameMk id="5" creationId="{632B939B-C724-1408-A078-66B491975A14}"/>
          </ac:graphicFrameMkLst>
        </pc:graphicFrameChg>
        <pc:graphicFrameChg chg="del mod">
          <ac:chgData name="Jaime Tur" userId="0c147167-24ab-41cc-821f-e304fffd7c74" providerId="ADAL" clId="{96FACA42-3611-4883-8B93-19C4F783C7AC}" dt="2025-11-14T18:05:37.496" v="87" actId="478"/>
          <ac:graphicFrameMkLst>
            <pc:docMk/>
            <pc:sldMk cId="3924793611" sldId="267"/>
            <ac:graphicFrameMk id="7" creationId="{D46A45F9-05FB-7A8E-D94A-3832CAFA2A2B}"/>
          </ac:graphicFrameMkLst>
        </pc:graphicFrameChg>
      </pc:sldChg>
      <pc:sldChg chg="addSp delSp modSp add mod">
        <pc:chgData name="Jaime Tur" userId="0c147167-24ab-41cc-821f-e304fffd7c74" providerId="ADAL" clId="{96FACA42-3611-4883-8B93-19C4F783C7AC}" dt="2025-11-14T18:06:33.822" v="105"/>
        <pc:sldMkLst>
          <pc:docMk/>
          <pc:sldMk cId="1501656052" sldId="268"/>
        </pc:sldMkLst>
        <pc:spChg chg="mod">
          <ac:chgData name="Jaime Tur" userId="0c147167-24ab-41cc-821f-e304fffd7c74" providerId="ADAL" clId="{96FACA42-3611-4883-8B93-19C4F783C7AC}" dt="2025-11-14T18:06:20.727" v="102" actId="20577"/>
          <ac:spMkLst>
            <pc:docMk/>
            <pc:sldMk cId="1501656052" sldId="268"/>
            <ac:spMk id="2" creationId="{3E632FE8-EB33-68CF-B802-D334200120B4}"/>
          </ac:spMkLst>
        </pc:spChg>
        <pc:spChg chg="del">
          <ac:chgData name="Jaime Tur" userId="0c147167-24ab-41cc-821f-e304fffd7c74" providerId="ADAL" clId="{96FACA42-3611-4883-8B93-19C4F783C7AC}" dt="2025-11-14T18:06:30.665" v="103" actId="478"/>
          <ac:spMkLst>
            <pc:docMk/>
            <pc:sldMk cId="1501656052" sldId="268"/>
            <ac:spMk id="3" creationId="{C37390BC-8BCA-EDBF-5F7D-F9E001250E80}"/>
          </ac:spMkLst>
        </pc:spChg>
        <pc:spChg chg="add del mod">
          <ac:chgData name="Jaime Tur" userId="0c147167-24ab-41cc-821f-e304fffd7c74" providerId="ADAL" clId="{96FACA42-3611-4883-8B93-19C4F783C7AC}" dt="2025-11-14T18:06:33.283" v="104" actId="478"/>
          <ac:spMkLst>
            <pc:docMk/>
            <pc:sldMk cId="1501656052" sldId="268"/>
            <ac:spMk id="5" creationId="{27510E8C-EEBE-592E-CD40-27D1510EF792}"/>
          </ac:spMkLst>
        </pc:spChg>
        <pc:graphicFrameChg chg="add mod">
          <ac:chgData name="Jaime Tur" userId="0c147167-24ab-41cc-821f-e304fffd7c74" providerId="ADAL" clId="{96FACA42-3611-4883-8B93-19C4F783C7AC}" dt="2025-11-14T18:06:33.822" v="105"/>
          <ac:graphicFrameMkLst>
            <pc:docMk/>
            <pc:sldMk cId="1501656052" sldId="268"/>
            <ac:graphicFrameMk id="6" creationId="{F387B9CB-8919-DB69-5D6E-F0F99125FF2B}"/>
          </ac:graphicFrameMkLst>
        </pc:graphicFrame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16BAD9D-90E1-9FA0-6899-E1720D48885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58A9D6-719C-2946-560D-6D1F6701BC5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4512AF-DD4E-4B73-98EF-EA3A4CA19885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FE790A1-21F7-2AD1-1F2A-3213DDDAB9D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DAA72B4-45D1-60AC-4544-0EA77E34427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F1160-B729-4FCC-8C17-92C9301270E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6249031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slideMaster" Target="../slideMasters/slideMaster1.xml"/><Relationship Id="rId3" Type="http://schemas.openxmlformats.org/officeDocument/2006/relationships/image" Target="../media/image1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2.xml"/><Relationship Id="rId2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3.xml"/><Relationship Id="rId2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4.xml"/><Relationship Id="rId2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5.xml"/><Relationship Id="rId2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hemeOverride" Target="../theme/themeOverride6.xml"/><Relationship Id="rId2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685800" y="2130425"/>
            <a:ext cx="7772400" cy="1470025"/>
          </a:xfrm>
        </p:spPr>
        <p:txBody>
          <a:bodyPr>
            <a:normAutofit/>
          </a:bodyPr>
          <a:lstStyle>
            <a:lvl1pPr algn="ctr">
              <a:defRPr sz="4800">
                <a:solidFill>
                  <a:schemeClr val="accent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>
            <a:normAutofit/>
          </a:bodyPr>
          <a:lstStyle>
            <a:lvl1pPr marL="0" indent="0" algn="ctr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244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1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706033"/>
            <a:ext cx="8229600" cy="4971032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83E45CF-487E-D805-AC82-E9F89743BFD2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389466" y="1430337"/>
            <a:ext cx="8373533" cy="199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771650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6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buNone/>
              <a:defRPr sz="2000"/>
            </a:lvl1pPr>
            <a:lvl2pPr>
              <a:buNone/>
              <a:defRPr sz="1800"/>
            </a:lvl2pPr>
            <a:lvl3pPr>
              <a:buNone/>
              <a:defRPr sz="1600"/>
            </a:lvl3pPr>
            <a:lvl4pPr>
              <a:buNone/>
              <a:defRPr sz="1400"/>
            </a:lvl4pPr>
            <a:lvl5pPr>
              <a:buNone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0451973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5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70600955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E72DE59C-594C-4F72-46B6-37F8C2F62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77" y="-190005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sketch line">
            <a:extLst>
              <a:ext uri="{FF2B5EF4-FFF2-40B4-BE49-F238E27FC236}">
                <a16:creationId xmlns:a16="http://schemas.microsoft.com/office/drawing/2014/main" id="{A6B0B038-C0F6-CB78-FEF0-A37A717B516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46354" y="1487368"/>
            <a:ext cx="8140446" cy="18288"/>
          </a:xfrm>
          <a:custGeom>
            <a:avLst/>
            <a:gdLst>
              <a:gd name="csX0" fmla="*/ 0 w 8140446"/>
              <a:gd name="csY0" fmla="*/ 0 h 18288"/>
              <a:gd name="csX1" fmla="*/ 434157 w 8140446"/>
              <a:gd name="csY1" fmla="*/ 0 h 18288"/>
              <a:gd name="csX2" fmla="*/ 1193932 w 8140446"/>
              <a:gd name="csY2" fmla="*/ 0 h 18288"/>
              <a:gd name="csX3" fmla="*/ 1628089 w 8140446"/>
              <a:gd name="csY3" fmla="*/ 0 h 18288"/>
              <a:gd name="csX4" fmla="*/ 2225055 w 8140446"/>
              <a:gd name="csY4" fmla="*/ 0 h 18288"/>
              <a:gd name="csX5" fmla="*/ 3066235 w 8140446"/>
              <a:gd name="csY5" fmla="*/ 0 h 18288"/>
              <a:gd name="csX6" fmla="*/ 3744605 w 8140446"/>
              <a:gd name="csY6" fmla="*/ 0 h 18288"/>
              <a:gd name="csX7" fmla="*/ 4504380 w 8140446"/>
              <a:gd name="csY7" fmla="*/ 0 h 18288"/>
              <a:gd name="csX8" fmla="*/ 5101346 w 8140446"/>
              <a:gd name="csY8" fmla="*/ 0 h 18288"/>
              <a:gd name="csX9" fmla="*/ 5779717 w 8140446"/>
              <a:gd name="csY9" fmla="*/ 0 h 18288"/>
              <a:gd name="csX10" fmla="*/ 6620896 w 8140446"/>
              <a:gd name="csY10" fmla="*/ 0 h 18288"/>
              <a:gd name="csX11" fmla="*/ 7136458 w 8140446"/>
              <a:gd name="csY11" fmla="*/ 0 h 18288"/>
              <a:gd name="csX12" fmla="*/ 8140446 w 8140446"/>
              <a:gd name="csY12" fmla="*/ 0 h 18288"/>
              <a:gd name="csX13" fmla="*/ 8140446 w 8140446"/>
              <a:gd name="csY13" fmla="*/ 18288 h 18288"/>
              <a:gd name="csX14" fmla="*/ 7543480 w 8140446"/>
              <a:gd name="csY14" fmla="*/ 18288 h 18288"/>
              <a:gd name="csX15" fmla="*/ 7109323 w 8140446"/>
              <a:gd name="csY15" fmla="*/ 18288 h 18288"/>
              <a:gd name="csX16" fmla="*/ 6430952 w 8140446"/>
              <a:gd name="csY16" fmla="*/ 18288 h 18288"/>
              <a:gd name="csX17" fmla="*/ 5915391 w 8140446"/>
              <a:gd name="csY17" fmla="*/ 18288 h 18288"/>
              <a:gd name="csX18" fmla="*/ 5237020 w 8140446"/>
              <a:gd name="csY18" fmla="*/ 18288 h 18288"/>
              <a:gd name="csX19" fmla="*/ 4558650 w 8140446"/>
              <a:gd name="csY19" fmla="*/ 18288 h 18288"/>
              <a:gd name="csX20" fmla="*/ 3880279 w 8140446"/>
              <a:gd name="csY20" fmla="*/ 18288 h 18288"/>
              <a:gd name="csX21" fmla="*/ 3201909 w 8140446"/>
              <a:gd name="csY21" fmla="*/ 18288 h 18288"/>
              <a:gd name="csX22" fmla="*/ 2604943 w 8140446"/>
              <a:gd name="csY22" fmla="*/ 18288 h 18288"/>
              <a:gd name="csX23" fmla="*/ 1845168 w 8140446"/>
              <a:gd name="csY23" fmla="*/ 18288 h 18288"/>
              <a:gd name="csX24" fmla="*/ 1166797 w 8140446"/>
              <a:gd name="csY24" fmla="*/ 18288 h 18288"/>
              <a:gd name="csX25" fmla="*/ 0 w 8140446"/>
              <a:gd name="csY25" fmla="*/ 18288 h 18288"/>
              <a:gd name="csX26" fmla="*/ 0 w 8140446"/>
              <a:gd name="csY26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</a:cxnLst>
            <a:rect l="l" t="t" r="r" b="b"/>
            <a:pathLst>
              <a:path w="8140446" h="18288" fill="none" extrusionOk="0">
                <a:moveTo>
                  <a:pt x="0" y="0"/>
                </a:moveTo>
                <a:cubicBezTo>
                  <a:pt x="94920" y="9103"/>
                  <a:pt x="287892" y="-4966"/>
                  <a:pt x="434157" y="0"/>
                </a:cubicBezTo>
                <a:cubicBezTo>
                  <a:pt x="580422" y="4966"/>
                  <a:pt x="943595" y="-14182"/>
                  <a:pt x="1193932" y="0"/>
                </a:cubicBezTo>
                <a:cubicBezTo>
                  <a:pt x="1444270" y="14182"/>
                  <a:pt x="1472129" y="5523"/>
                  <a:pt x="1628089" y="0"/>
                </a:cubicBezTo>
                <a:cubicBezTo>
                  <a:pt x="1784049" y="-5523"/>
                  <a:pt x="1962419" y="-17322"/>
                  <a:pt x="2225055" y="0"/>
                </a:cubicBezTo>
                <a:cubicBezTo>
                  <a:pt x="2487691" y="17322"/>
                  <a:pt x="2700681" y="1311"/>
                  <a:pt x="3066235" y="0"/>
                </a:cubicBezTo>
                <a:cubicBezTo>
                  <a:pt x="3431789" y="-1311"/>
                  <a:pt x="3405662" y="25081"/>
                  <a:pt x="3744605" y="0"/>
                </a:cubicBezTo>
                <a:cubicBezTo>
                  <a:pt x="4083548" y="-25081"/>
                  <a:pt x="4265111" y="-11945"/>
                  <a:pt x="4504380" y="0"/>
                </a:cubicBezTo>
                <a:cubicBezTo>
                  <a:pt x="4743649" y="11945"/>
                  <a:pt x="4860394" y="-2832"/>
                  <a:pt x="5101346" y="0"/>
                </a:cubicBezTo>
                <a:cubicBezTo>
                  <a:pt x="5342298" y="2832"/>
                  <a:pt x="5456387" y="23676"/>
                  <a:pt x="5779717" y="0"/>
                </a:cubicBezTo>
                <a:cubicBezTo>
                  <a:pt x="6103047" y="-23676"/>
                  <a:pt x="6270379" y="-37291"/>
                  <a:pt x="6620896" y="0"/>
                </a:cubicBezTo>
                <a:cubicBezTo>
                  <a:pt x="6971413" y="37291"/>
                  <a:pt x="6989068" y="24674"/>
                  <a:pt x="7136458" y="0"/>
                </a:cubicBezTo>
                <a:cubicBezTo>
                  <a:pt x="7283848" y="-24674"/>
                  <a:pt x="7752532" y="-22436"/>
                  <a:pt x="8140446" y="0"/>
                </a:cubicBezTo>
                <a:cubicBezTo>
                  <a:pt x="8140314" y="7702"/>
                  <a:pt x="8140234" y="13511"/>
                  <a:pt x="8140446" y="18288"/>
                </a:cubicBezTo>
                <a:cubicBezTo>
                  <a:pt x="7906329" y="-3043"/>
                  <a:pt x="7681180" y="27465"/>
                  <a:pt x="7543480" y="18288"/>
                </a:cubicBezTo>
                <a:cubicBezTo>
                  <a:pt x="7405780" y="9111"/>
                  <a:pt x="7216607" y="3660"/>
                  <a:pt x="7109323" y="18288"/>
                </a:cubicBezTo>
                <a:cubicBezTo>
                  <a:pt x="7002039" y="32916"/>
                  <a:pt x="6576231" y="42692"/>
                  <a:pt x="6430952" y="18288"/>
                </a:cubicBezTo>
                <a:cubicBezTo>
                  <a:pt x="6285673" y="-6116"/>
                  <a:pt x="6138840" y="34521"/>
                  <a:pt x="5915391" y="18288"/>
                </a:cubicBezTo>
                <a:cubicBezTo>
                  <a:pt x="5691942" y="2055"/>
                  <a:pt x="5459460" y="51666"/>
                  <a:pt x="5237020" y="18288"/>
                </a:cubicBezTo>
                <a:cubicBezTo>
                  <a:pt x="5014580" y="-15090"/>
                  <a:pt x="4747677" y="40449"/>
                  <a:pt x="4558650" y="18288"/>
                </a:cubicBezTo>
                <a:cubicBezTo>
                  <a:pt x="4369623" y="-3873"/>
                  <a:pt x="4146061" y="12568"/>
                  <a:pt x="3880279" y="18288"/>
                </a:cubicBezTo>
                <a:cubicBezTo>
                  <a:pt x="3614497" y="24008"/>
                  <a:pt x="3473808" y="-12908"/>
                  <a:pt x="3201909" y="18288"/>
                </a:cubicBezTo>
                <a:cubicBezTo>
                  <a:pt x="2930010" y="49484"/>
                  <a:pt x="2728175" y="-3430"/>
                  <a:pt x="2604943" y="18288"/>
                </a:cubicBezTo>
                <a:cubicBezTo>
                  <a:pt x="2481711" y="40006"/>
                  <a:pt x="2004334" y="26952"/>
                  <a:pt x="1845168" y="18288"/>
                </a:cubicBezTo>
                <a:cubicBezTo>
                  <a:pt x="1686003" y="9624"/>
                  <a:pt x="1375070" y="37580"/>
                  <a:pt x="1166797" y="18288"/>
                </a:cubicBezTo>
                <a:cubicBezTo>
                  <a:pt x="958524" y="-1004"/>
                  <a:pt x="342846" y="8880"/>
                  <a:pt x="0" y="18288"/>
                </a:cubicBezTo>
                <a:cubicBezTo>
                  <a:pt x="129" y="13298"/>
                  <a:pt x="-675" y="6857"/>
                  <a:pt x="0" y="0"/>
                </a:cubicBezTo>
                <a:close/>
              </a:path>
              <a:path w="8140446" h="18288" stroke="0" extrusionOk="0">
                <a:moveTo>
                  <a:pt x="0" y="0"/>
                </a:moveTo>
                <a:cubicBezTo>
                  <a:pt x="142435" y="-24533"/>
                  <a:pt x="380026" y="17447"/>
                  <a:pt x="596966" y="0"/>
                </a:cubicBezTo>
                <a:cubicBezTo>
                  <a:pt x="813906" y="-17447"/>
                  <a:pt x="830530" y="13462"/>
                  <a:pt x="1031123" y="0"/>
                </a:cubicBezTo>
                <a:cubicBezTo>
                  <a:pt x="1231716" y="-13462"/>
                  <a:pt x="1634038" y="0"/>
                  <a:pt x="1872303" y="0"/>
                </a:cubicBezTo>
                <a:cubicBezTo>
                  <a:pt x="2110568" y="0"/>
                  <a:pt x="2261934" y="-25727"/>
                  <a:pt x="2469269" y="0"/>
                </a:cubicBezTo>
                <a:cubicBezTo>
                  <a:pt x="2676604" y="25727"/>
                  <a:pt x="2790440" y="16284"/>
                  <a:pt x="3066235" y="0"/>
                </a:cubicBezTo>
                <a:cubicBezTo>
                  <a:pt x="3342030" y="-16284"/>
                  <a:pt x="3685603" y="41976"/>
                  <a:pt x="3907414" y="0"/>
                </a:cubicBezTo>
                <a:cubicBezTo>
                  <a:pt x="4129225" y="-41976"/>
                  <a:pt x="4177416" y="-7598"/>
                  <a:pt x="4422976" y="0"/>
                </a:cubicBezTo>
                <a:cubicBezTo>
                  <a:pt x="4668536" y="7598"/>
                  <a:pt x="5023499" y="-28058"/>
                  <a:pt x="5264155" y="0"/>
                </a:cubicBezTo>
                <a:cubicBezTo>
                  <a:pt x="5504811" y="28058"/>
                  <a:pt x="5703675" y="13288"/>
                  <a:pt x="6105335" y="0"/>
                </a:cubicBezTo>
                <a:cubicBezTo>
                  <a:pt x="6506995" y="-13288"/>
                  <a:pt x="6455516" y="-5124"/>
                  <a:pt x="6783705" y="0"/>
                </a:cubicBezTo>
                <a:cubicBezTo>
                  <a:pt x="7111894" y="5124"/>
                  <a:pt x="7512856" y="10604"/>
                  <a:pt x="8140446" y="0"/>
                </a:cubicBezTo>
                <a:cubicBezTo>
                  <a:pt x="8140458" y="8833"/>
                  <a:pt x="8140986" y="9830"/>
                  <a:pt x="8140446" y="18288"/>
                </a:cubicBezTo>
                <a:cubicBezTo>
                  <a:pt x="7959314" y="3345"/>
                  <a:pt x="7870113" y="10437"/>
                  <a:pt x="7706289" y="18288"/>
                </a:cubicBezTo>
                <a:cubicBezTo>
                  <a:pt x="7542465" y="26139"/>
                  <a:pt x="7157940" y="17482"/>
                  <a:pt x="6865109" y="18288"/>
                </a:cubicBezTo>
                <a:cubicBezTo>
                  <a:pt x="6572278" y="19094"/>
                  <a:pt x="6524256" y="38051"/>
                  <a:pt x="6349548" y="18288"/>
                </a:cubicBezTo>
                <a:cubicBezTo>
                  <a:pt x="6174840" y="-1475"/>
                  <a:pt x="5951624" y="174"/>
                  <a:pt x="5671177" y="18288"/>
                </a:cubicBezTo>
                <a:cubicBezTo>
                  <a:pt x="5390730" y="36402"/>
                  <a:pt x="5222992" y="60058"/>
                  <a:pt x="4829998" y="18288"/>
                </a:cubicBezTo>
                <a:cubicBezTo>
                  <a:pt x="4437004" y="-23482"/>
                  <a:pt x="4344181" y="39087"/>
                  <a:pt x="4151627" y="18288"/>
                </a:cubicBezTo>
                <a:cubicBezTo>
                  <a:pt x="3959073" y="-2511"/>
                  <a:pt x="3886970" y="32875"/>
                  <a:pt x="3717470" y="18288"/>
                </a:cubicBezTo>
                <a:cubicBezTo>
                  <a:pt x="3547970" y="3701"/>
                  <a:pt x="3451521" y="31872"/>
                  <a:pt x="3201909" y="18288"/>
                </a:cubicBezTo>
                <a:cubicBezTo>
                  <a:pt x="2952297" y="4704"/>
                  <a:pt x="2543413" y="6029"/>
                  <a:pt x="2360729" y="18288"/>
                </a:cubicBezTo>
                <a:cubicBezTo>
                  <a:pt x="2178045" y="30547"/>
                  <a:pt x="1906056" y="25847"/>
                  <a:pt x="1682359" y="18288"/>
                </a:cubicBezTo>
                <a:cubicBezTo>
                  <a:pt x="1458662" y="10730"/>
                  <a:pt x="1330405" y="8046"/>
                  <a:pt x="1166797" y="18288"/>
                </a:cubicBezTo>
                <a:cubicBezTo>
                  <a:pt x="1003189" y="28530"/>
                  <a:pt x="278098" y="19533"/>
                  <a:pt x="0" y="18288"/>
                </a:cubicBezTo>
                <a:cubicBezTo>
                  <a:pt x="74" y="14054"/>
                  <a:pt x="-46" y="699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1" y="1600200"/>
            <a:ext cx="398813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03D8F64F-8F2C-A452-CFD4-8C1950DD732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647210" y="1597460"/>
            <a:ext cx="4039590" cy="5105400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954118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7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8229600" cy="5089566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732010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4_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 algn="l">
              <a:defRPr sz="36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0699270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2/17/2026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5" r:id="rId1"/>
    <p:sldLayoutId id="2147483660" r:id="rId2"/>
    <p:sldLayoutId id="2147483667" r:id="rId3"/>
    <p:sldLayoutId id="2147483664" r:id="rId4"/>
    <p:sldLayoutId id="2147483662" r:id="rId5"/>
    <p:sldLayoutId id="2147483668" r:id="rId6"/>
    <p:sldLayoutId id="2147483663" r:id="rId7"/>
    <p:sldLayoutId id="2147483651" r:id="rId8"/>
    <p:sldLayoutId id="2147483652" r:id="rId9"/>
    <p:sldLayoutId id="2147483653" r:id="rId10"/>
    <p:sldLayoutId id="2147483654" r:id="rId11"/>
    <p:sldLayoutId id="2147483655" r:id="rId12"/>
    <p:sldLayoutId id="2147483656" r:id="rId13"/>
    <p:sldLayoutId id="2147483657" r:id="rId14"/>
    <p:sldLayoutId id="2147483658" r:id="rId15"/>
    <p:sldLayoutId id="2147483659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Technical User Guide Summary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SSB Retuning Automations (v0.7.4)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Tool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SSB Retuning Automations is an automation platform for SSB retuning projects that can run in GUI or CLI mode or through a Web Interface (using a server/client infrastructure) and orchestrates five functional modules:</a:t>
            </a:r>
          </a:p>
          <a:p>
            <a:pPr lvl="1">
              <a:buChar char="•"/>
              <a:defRPr sz="1400"/>
            </a:pPr>
            <a:r>
              <a:t>Module 0: Update Network Frequencies.</a:t>
            </a:r>
          </a:p>
          <a:p>
            <a:pPr lvl="1">
              <a:buChar char="•"/>
              <a:defRPr sz="1400"/>
            </a:pPr>
            <a:r>
              <a:t>Module 1: Configuration Audit &amp; Logs Parser.</a:t>
            </a:r>
          </a:p>
          <a:p>
            <a:pPr lvl="1">
              <a:buChar char="•"/>
              <a:defRPr sz="1400"/>
            </a:pPr>
            <a:r>
              <a:t>Module 2: Consistency Check (manual Pre/Post).</a:t>
            </a:r>
          </a:p>
          <a:p>
            <a:pPr lvl="1">
              <a:buChar char="•"/>
              <a:defRPr sz="1400"/>
            </a:pPr>
            <a:r>
              <a:t>Module 3: Consistency Check Bulk (automatic Pre/Post detection by market).</a:t>
            </a:r>
          </a:p>
          <a:p>
            <a:pPr lvl="1">
              <a:buChar char="•"/>
              <a:defRPr sz="1400"/>
            </a:pPr>
            <a:r>
              <a:t>Module 4: Final Clean-Up.</a:t>
            </a:r>
          </a:p>
          <a:p>
            <a:pPr>
              <a:buNone/>
              <a:defRPr sz="1400"/>
            </a:pPr>
            <a:r>
              <a:t>The main execution lives in "src/SSB_RetuningAutomations.py", where CLI arguments, GUI, configuration persistence, input resolution (folders/ZIP), per-module execution, and artifact versioning are managed.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Orchestration core</a:t>
            </a:r>
          </a:p>
          <a:p>
            <a:pPr lvl="1">
              <a:buChar char="•"/>
              <a:defRPr sz="1400"/>
            </a:pPr>
            <a:r>
              <a:t>"src/SSB_RetuningAutomations.py": entry point, CLI/GUI parsing, module routing, batch/bulk execution, and versioning.</a:t>
            </a:r>
          </a:p>
          <a:p>
            <a:pPr>
              <a:buNone/>
              <a:defRPr b="1" sz="1600"/>
            </a:pPr>
            <a:r>
              <a:t>Main modules files</a:t>
            </a:r>
          </a:p>
          <a:p>
            <a:pPr lvl="1">
              <a:buChar char="•"/>
              <a:defRPr sz="1400"/>
            </a:pPr>
            <a:r>
              <a:t>"src/modules/ConfigurationAudit/ConfigurationAudit.py": log parsing and audit workbook construction (Excel + PPT).</a:t>
            </a:r>
          </a:p>
          <a:p>
            <a:pPr lvl="1">
              <a:buChar char="•"/>
              <a:defRPr sz="1400"/>
            </a:pPr>
            <a:r>
              <a:t>"src/modules/ConfigurationAudit/ca_summary_excel.py": assembly of "SummaryAudit" and discrepancy dataframes.</a:t>
            </a:r>
          </a:p>
          <a:p>
            <a:pPr lvl="1">
              <a:buChar char="•"/>
              <a:defRPr sz="1400"/>
            </a:pPr>
            <a:r>
              <a:t>"src/modules/ConsistencyChecks/ConsistencyChecks.py": PRE/POST loading, relation comparison, discrepancies, and output export.</a:t>
            </a:r>
          </a:p>
          <a:p>
            <a:pPr lvl="1">
              <a:buChar char="•"/>
              <a:defRPr sz="1400"/>
            </a:pPr>
            <a:r>
              <a:t>"src/modules/ProfilesAudit/ProfilesAudit.py": profiles audit (integrated into module 1).</a:t>
            </a:r>
          </a:p>
          <a:p>
            <a:pPr lvl="1">
              <a:buChar char="•"/>
              <a:defRPr sz="1400"/>
            </a:pPr>
            <a:r>
              <a:t>"src/modules/CleanUp/FinalCleanUp.py": final clean-up (base implementation for extension).</a:t>
            </a:r>
          </a:p>
          <a:p>
            <a:pPr>
              <a:buNone/>
              <a:defRPr b="1" sz="1600"/>
            </a:pPr>
            <a:r>
              <a:t>Common layer and utilities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Repository technical architecture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Main files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"src/modules/Common/*.py": correction command logic and shared functions.</a:t>
            </a:r>
          </a:p>
          <a:p>
            <a:pPr lvl="1">
              <a:buChar char="•"/>
              <a:defRPr sz="1400"/>
            </a:pPr>
            <a:r>
              <a:t>"src/utils/*.py": IO, parsing, frequency handling, Excel, pivots, sorting, infrastructure, and timing.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</a:t>
            </a:r>
          </a:p>
          <a:p>
            <a:pPr lvl="1">
              <a:buChar char="•"/>
              <a:defRPr sz="1400"/>
            </a:pPr>
            <a:r>
              <a:t>Input folder (may contain subfolders/ZIPs already supported by the IO layer).</a:t>
            </a:r>
          </a:p>
          <a:p>
            <a:pPr lvl="1">
              <a:buChar char="•"/>
              <a:defRPr sz="1400"/>
            </a:pPr>
            <a:r>
              <a:t>Logs with an "NRFrequency" table and the "arfcnValueNRDl" column.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Scan logs and detects "NRFrequency" blocks.</a:t>
            </a:r>
          </a:p>
          <a:p>
            <a:pPr lvl="1">
              <a:buNone/>
              <a:defRPr sz="1400"/>
            </a:pPr>
            <a:r>
              <a:t>2. Extracts numeric values from "arfcnValueNRDl".</a:t>
            </a:r>
          </a:p>
          <a:p>
            <a:pPr lvl="1">
              <a:buNone/>
              <a:defRPr sz="1400"/>
            </a:pPr>
            <a:r>
              <a:t>3. Removes duplicates and sorts frequencies.</a:t>
            </a:r>
          </a:p>
          <a:p>
            <a:pPr lvl="1">
              <a:buNone/>
              <a:defRPr sz="1400"/>
            </a:pPr>
            <a:r>
              <a:t>4. Updates the persisted “Network frequencies” configuration for GUI/CLI.</a:t>
            </a:r>
          </a:p>
          <a:p>
            <a:pPr>
              <a:buNone/>
              <a:defRPr b="1" sz="1600"/>
            </a:pPr>
            <a:r>
              <a:t>Output</a:t>
            </a:r>
          </a:p>
          <a:p>
            <a:pPr lvl="1">
              <a:buChar char="•"/>
              <a:defRPr sz="1400"/>
            </a:pPr>
            <a:r>
              <a:t>Does not generate Excel/PPT.</a:t>
            </a:r>
          </a:p>
          <a:p>
            <a:pPr lvl="1">
              <a:buChar char="•"/>
              <a:defRPr sz="1400"/>
            </a:pPr>
            <a:r>
              <a:t>Updates the persisted network frequency value used for filtering and selection in later runs.</a:t>
            </a:r>
          </a:p>
          <a:p>
            <a:pPr>
              <a:buNone/>
              <a:defRPr b="1" sz="1600"/>
            </a:pPr>
            <a:r>
              <a:t>Detailed implementation notes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module reuses the same input resolver used by the other modules ("ensure_logs_available"), so it can consume either plain folders or folders containing ZIPs without changing operator workflow.</a:t>
            </a:r>
          </a:p>
          <a:p>
            <a:pPr lvl="1">
              <a:buChar char="•"/>
              <a:defRPr sz="1400"/>
            </a:pPr>
            <a:r>
              <a:t>It scans all detected logs, slices each "SubNetwork" block, and processes only blocks where MO name is exactly "NRFrequency".</a:t>
            </a:r>
          </a:p>
          <a:p>
            <a:pPr lvl="1">
              <a:buChar char="•"/>
              <a:defRPr sz="1400"/>
            </a:pPr>
            <a:r>
              <a:t>Inside each "NRFrequency" block, it reads "arfcnValueNRDl", keeps only strictly numeric values, deduplicates, and sorts numerically.</a:t>
            </a:r>
          </a:p>
          <a:p>
            <a:pPr lvl="1">
              <a:buChar char="•"/>
              <a:defRPr sz="1400"/>
            </a:pPr>
            <a:r>
              <a:t>The resulting list is persisted to "config.cfg" in "network_frequencies" and also loaded in-memory into the "NETWORK_FREQUENCIES" global list.</a:t>
            </a:r>
          </a:p>
          <a:p>
            <a:pPr lvl="1">
              <a:buChar char="•"/>
              <a:defRPr sz="1400"/>
            </a:pPr>
            <a:r>
              <a:t>In practice, this module should be executed after collecting representative logs from the network and then only when new frequencies are introduced. For stable markets, running it once is usually enough.</a:t>
            </a:r>
          </a:p>
          <a:p>
            <a:pPr>
              <a:buNone/>
              <a:defRPr b="1" sz="1600"/>
            </a:pPr>
            <a:r>
              <a:t>Impact on GUI and Web Interface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0 — Update Network Frequencies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Desktop GUI: when launching in GUI mode (no CLI args), the app loads "network_frequencies" from "config.cfg" and uses that list as the selectable values shown to users.</a:t>
            </a:r>
          </a:p>
          <a:p>
            <a:pPr lvl="1">
              <a:buChar char="•"/>
              <a:defRPr sz="1400"/>
            </a:pPr>
            <a:r>
              <a:t>Web Interface: the backend endpoint loading defaults first tries persisted "network_frequencies"; if empty, it falls back to parsing the hardcoded defaults from "SSB_RetuningAutomations.py".</a:t>
            </a:r>
          </a:p>
          <a:p>
            <a:pPr lvl="1">
              <a:buChar char="•"/>
              <a:defRPr sz="1400"/>
            </a:pPr>
            <a:r>
              <a:t>This means Module 0 is the canonical mechanism to keep both interfaces aligned with real network frequency inventory.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Input folder with logs (".log", ".logs", ".txt") or ZIPs resolvable by utilities.</a:t>
            </a:r>
          </a:p>
          <a:p>
            <a:pPr lvl="1">
              <a:buChar char="•"/>
              <a:defRPr sz="1400"/>
            </a:pPr>
            <a:r>
              <a:t>Frequency parameters:</a:t>
            </a:r>
          </a:p>
          <a:p>
            <a:pPr lvl="2">
              <a:buChar char="•"/>
              <a:defRPr sz="1400"/>
            </a:pPr>
            <a:r>
              <a:t>"n77_ssb_pre"</a:t>
            </a:r>
          </a:p>
          <a:p>
            <a:pPr lvl="2">
              <a:buChar char="•"/>
              <a:defRPr sz="1400"/>
            </a:pPr>
            <a:r>
              <a:t>"n77_ssb_post"</a:t>
            </a:r>
          </a:p>
          <a:p>
            <a:pPr lvl="2">
              <a:buChar char="•"/>
              <a:defRPr sz="1400"/>
            </a:pPr>
            <a:r>
              <a:t>"n77b_ssb"</a:t>
            </a:r>
          </a:p>
          <a:p>
            <a:pPr lvl="2">
              <a:buChar char="•"/>
              <a:defRPr sz="1400"/>
            </a:pPr>
            <a:r>
              <a:t>allowed SSB/ARFCN lists pre/post.</a:t>
            </a:r>
          </a:p>
          <a:p>
            <a:pPr lvl="1">
              <a:buChar char="•"/>
              <a:defRPr sz="1400"/>
            </a:pPr>
            <a:r>
              <a:t>Flags:</a:t>
            </a:r>
          </a:p>
          <a:p>
            <a:pPr lvl="2">
              <a:buChar char="•"/>
              <a:defRPr sz="1400"/>
            </a:pPr>
            <a:r>
              <a:t>"profiles_audit"</a:t>
            </a:r>
          </a:p>
          <a:p>
            <a:pPr lvl="2">
              <a:buChar char="•"/>
              <a:defRPr sz="1400"/>
            </a:pPr>
            <a:r>
              <a:t>"frequency_audit"</a:t>
            </a:r>
          </a:p>
          <a:p>
            <a:pPr lvl="2">
              <a:buChar char="•"/>
              <a:defRPr sz="1400"/>
            </a:pPr>
            <a:r>
              <a:t>"export_correction_cmd"</a:t>
            </a:r>
          </a:p>
          <a:p>
            <a:pPr lvl="2">
              <a:buChar char="•"/>
              <a:defRPr sz="1400"/>
            </a:pPr>
            <a:r>
              <a:t>"fast_excel_export".</a:t>
            </a:r>
          </a:p>
          <a:p>
            <a:pPr>
              <a:buNone/>
              <a:defRPr b="1" sz="1600"/>
            </a:pPr>
            <a:r>
              <a:t>Process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Parses files and extracts MO tables by "SubNetwork" blocks.</a:t>
            </a:r>
          </a:p>
          <a:p>
            <a:pPr lvl="1">
              <a:buNone/>
              <a:defRPr sz="1400"/>
            </a:pPr>
            <a:r>
              <a:t>2. Generates one sheet per detected table.</a:t>
            </a:r>
          </a:p>
          <a:p>
            <a:pPr lvl="1">
              <a:buNone/>
              <a:defRPr sz="1400"/>
            </a:pPr>
            <a:r>
              <a:t>3. Builds "SummaryAudit" + pivots/auxiliary summaries.</a:t>
            </a:r>
          </a:p>
          <a:p>
            <a:pPr lvl="1">
              <a:buNone/>
              <a:defRPr sz="1400"/>
            </a:pPr>
            <a:r>
              <a:t>4. Runs profiles audit if enabled.</a:t>
            </a:r>
          </a:p>
          <a:p>
            <a:pPr lvl="1">
              <a:buNone/>
              <a:defRPr sz="1400"/>
            </a:pPr>
            <a:r>
              <a:t>5. Exports CA correction commands if requested.</a:t>
            </a:r>
          </a:p>
          <a:p>
            <a:pPr lvl="1">
              <a:buNone/>
              <a:defRPr sz="1400"/>
            </a:pPr>
            <a:r>
              <a:t>6. Generates the summary PPT.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Folder "ConfigurationAudit_&lt;timestamp&gt;_v&lt;version&gt;/".</a:t>
            </a:r>
          </a:p>
          <a:p>
            <a:pPr lvl="1">
              <a:buChar char="•"/>
              <a:defRPr sz="1400"/>
            </a:pPr>
            <a:r>
              <a:t>Excel file "ConfigurationAudit_&lt;timestamp&gt;_v&lt;version&gt;.xlsx":</a:t>
            </a:r>
          </a:p>
          <a:p>
            <a:pPr lvl="2">
              <a:buChar char="•"/>
              <a:defRPr sz="1400"/>
            </a:pPr>
            <a:r>
              <a:t>Sheets for each parsed MO table.</a:t>
            </a:r>
          </a:p>
          <a:p>
            <a:pPr lvl="2">
              <a:buChar char="•"/>
              <a:defRPr sz="1400"/>
            </a:pPr>
            <a:r>
              <a:t>"SummaryAudit".</a:t>
            </a:r>
          </a:p>
          <a:p>
            <a:pPr lvl="2">
              <a:buChar char="•"/>
              <a:defRPr sz="1400"/>
            </a:pPr>
            <a:r>
              <a:t>NR/LTE parameter discrepancy sheets.</a:t>
            </a:r>
          </a:p>
          <a:p>
            <a:pPr lvl="2">
              <a:buChar char="•"/>
              <a:defRPr sz="1400"/>
            </a:pPr>
            <a:r>
              <a:t>Summary/pivot sheets by frequencies and relations.</a:t>
            </a:r>
          </a:p>
          <a:p>
            <a:pPr lvl="1">
              <a:buChar char="•"/>
              <a:defRPr sz="1400"/>
            </a:pPr>
            <a:r>
              <a:t>PPT file "ConfigurationAudit_&lt;timestamp&gt;_v&lt;version&gt;.pptx".</a:t>
            </a:r>
          </a:p>
          <a:p>
            <a:pPr lvl="1">
              <a:buChar char="•"/>
              <a:defRPr sz="1400"/>
            </a:pPr>
            <a:r>
              <a:t>Optional folder "Correction_Cmd_CA/" with AMOS commands.</a:t>
            </a:r>
          </a:p>
          <a:p>
            <a:pPr>
              <a:buNone/>
              <a:defRPr b="1" sz="1600"/>
            </a:pPr>
            <a:r>
              <a:t>Main semantic content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1 — Configuration Audit &amp; Logs Parser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SummaryAudit contains rows with:</a:t>
            </a:r>
          </a:p>
          <a:p>
            <a:pPr lvl="2">
              <a:buChar char="•"/>
              <a:defRPr sz="1400"/>
            </a:pPr>
            <a:r>
              <a:t>"Category", "SubCategory", "Metric", "Value", "ExtraInfo",</a:t>
            </a:r>
          </a:p>
          <a:p>
            <a:pPr lvl="2">
              <a:buChar char="•"/>
              <a:defRPr sz="1400"/>
            </a:pPr>
            <a:r>
              <a:t>and execution context fields (stage, module, etc. depending on the flow).</a:t>
            </a:r>
          </a:p>
          <a:p>
            <a:pPr lvl="1">
              <a:buChar char="•"/>
              <a:defRPr sz="1400"/>
            </a:pPr>
            <a:r>
              <a:t>"Value" usually represents a count of impacted nodes/cells/relations.</a:t>
            </a:r>
          </a:p>
          <a:p>
            <a:pPr lvl="1">
              <a:buChar char="•"/>
              <a:defRPr sz="1400"/>
            </a:pPr>
            <a:r>
              <a:t>"ExtraInfo" contains the NodeId list or a compact discrepancy detail.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"input_pre" and "input_post" (or equivalent resolved structure).</a:t>
            </a:r>
          </a:p>
          <a:p>
            <a:pPr lvl="1">
              <a:buChar char="•"/>
              <a:defRPr sz="1400"/>
            </a:pPr>
            <a:r>
              <a:t>Frequencies "n77_ssb_pre" and "n77_ssb_post".</a:t>
            </a:r>
          </a:p>
          <a:p>
            <a:pPr lvl="1">
              <a:buChar char="•"/>
              <a:defRPr sz="1400"/>
            </a:pPr>
            <a:r>
              <a:t>Optional reference to PRE and POST "ConfigurationAudit" to enrich target classification.</a:t>
            </a:r>
          </a:p>
          <a:p>
            <a:pPr lvl="1">
              <a:buChar char="•"/>
              <a:defRPr sz="1400"/>
            </a:pPr>
            <a:r>
              <a:t>Optional list of frequency filters ("cc_freq_filters").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Loads relation tables ("GUtranCellRelation", "NRCellRelation").</a:t>
            </a:r>
          </a:p>
          <a:p>
            <a:pPr lvl="1">
              <a:buNone/>
              <a:defRPr sz="1400"/>
            </a:pPr>
            <a:r>
              <a:t>2. Normalizes columns/keys and selects the most recent snapshots by date.</a:t>
            </a:r>
          </a:p>
          <a:p>
            <a:pPr lvl="1">
              <a:buNone/>
              <a:defRPr sz="1400"/>
            </a:pPr>
            <a:r>
              <a:t>3. Detect:</a:t>
            </a:r>
          </a:p>
          <a:p>
            <a:pPr lvl="2">
              <a:buChar char="•"/>
              <a:defRPr sz="1400"/>
            </a:pPr>
            <a:r>
              <a:t>new relations,</a:t>
            </a:r>
          </a:p>
          <a:p>
            <a:pPr lvl="2">
              <a:buChar char="•"/>
              <a:defRPr sz="1400"/>
            </a:pPr>
            <a:r>
              <a:t>missing relations,</a:t>
            </a:r>
          </a:p>
          <a:p>
            <a:pPr lvl="2">
              <a:buChar char="•"/>
              <a:defRPr sz="1400"/>
            </a:pPr>
            <a:r>
              <a:t>parameter discrepancies,</a:t>
            </a:r>
          </a:p>
          <a:p>
            <a:pPr lvl="2">
              <a:buChar char="•"/>
              <a:defRPr sz="1400"/>
            </a:pPr>
            <a:r>
              <a:t>frequency discrepancies,</a:t>
            </a:r>
          </a:p>
          <a:p>
            <a:pPr lvl="2">
              <a:buChar char="•"/>
              <a:defRPr sz="1400"/>
            </a:pPr>
            <a:r>
              <a:t>summary by PRE/POST frequency pair.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2 — Consistency Check (Pre/Post)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4. Classify destination targets as "SSB-Pre", "SSB-Post" or "Unknown".</a:t>
            </a:r>
          </a:p>
          <a:p>
            <a:pPr lvl="1">
              <a:buNone/>
              <a:defRPr sz="1400"/>
            </a:pPr>
            <a:r>
              <a:t>5. Exports detailed Excel outputs and correction commands.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"CellRelation_&lt;timestamp&gt;_v&lt;version&gt;.xlsx" (end-to-end relations view).</a:t>
            </a:r>
          </a:p>
          <a:p>
            <a:pPr lvl="1">
              <a:buChar char="•"/>
              <a:defRPr sz="1400"/>
            </a:pPr>
            <a:r>
              <a:t>"ConsistencyChecks_CellRelation_&lt;timestamp&gt;_v&lt;version&gt;.xlsx" with:</a:t>
            </a:r>
          </a:p>
          <a:p>
            <a:pPr lvl="2">
              <a:buChar char="•"/>
              <a:defRPr sz="1400"/>
            </a:pPr>
            <a:r>
              <a:t>"Summary"</a:t>
            </a:r>
          </a:p>
          <a:p>
            <a:pPr lvl="2">
              <a:buChar char="•"/>
              <a:defRPr sz="1400"/>
            </a:pPr>
            <a:r>
              <a:t>"SummaryAuditComparisson" (if there is PRE/POST SummaryAudit)</a:t>
            </a:r>
          </a:p>
          <a:p>
            <a:pPr lvl="2">
              <a:buChar char="•"/>
              <a:defRPr sz="1400"/>
            </a:pPr>
            <a:r>
              <a:t>"Summary_CellRelation"</a:t>
            </a:r>
          </a:p>
          <a:p>
            <a:pPr lvl="2">
              <a:buChar char="•"/>
              <a:defRPr sz="1400"/>
            </a:pPr>
            <a:r>
              <a:t>GU blocks: "GU_relations", "GU_param_disc", "GU_freq_disc", "GU_freq_disc_unknown", "GU_missing", "GU_new"</a:t>
            </a:r>
          </a:p>
          <a:p>
            <a:pPr lvl="2">
              <a:buChar char="•"/>
              <a:defRPr sz="1400"/>
            </a:pPr>
            <a:r>
              <a:t>NR blocks: "NR_relations", "NR_param_disc", "NR_freq_disc", "NR_freq_disc_unknown", "NR_missing", "NR_new"</a:t>
            </a:r>
          </a:p>
          <a:p>
            <a:pPr lvl="2">
              <a:buChar char="•"/>
              <a:defRPr sz="1400"/>
            </a:pPr>
            <a:r>
              <a:t>optional "GU_all", "NR_all".</a:t>
            </a:r>
          </a:p>
          <a:p>
            <a:pPr lvl="1">
              <a:buChar char="•"/>
              <a:defRPr sz="1400"/>
            </a:pPr>
            <a:r>
              <a:t>"Correction_Cmd_CC/" with commands per type (new/missing/discrepancies).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3 — Consistency Check Bulk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Root folder with subfolders like "yyyymmdd_hhmm_step0" (optionally nested by market).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None/>
              <a:defRPr sz="1400"/>
            </a:pPr>
            <a:r>
              <a:t>1. Detects PRE/POST candidates by the most appropriate date/time.</a:t>
            </a:r>
          </a:p>
          <a:p>
            <a:pPr lvl="1">
              <a:buNone/>
              <a:defRPr sz="1400"/>
            </a:pPr>
            <a:r>
              <a:t>2. Excludes folders using a blacklist ("ignore", "old", "bad", "partial", "incomplete", "discard", etc.).</a:t>
            </a:r>
          </a:p>
          <a:p>
            <a:pPr lvl="1">
              <a:buNone/>
              <a:defRPr sz="1400"/>
            </a:pPr>
            <a:r>
              <a:t>3. Runs Module 2 for each detected market.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Same output structure as module 2, per market.</a:t>
            </a:r>
          </a:p>
          <a:p>
            <a:pPr lvl="1">
              <a:buChar char="•"/>
              <a:defRPr sz="1400"/>
            </a:pPr>
            <a:r>
              <a:t>Traceability file "FoldersCompared.txt".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Inputs, outputs, and content per module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Module 4 — Final Clean-Up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Inputs</a:t>
            </a:r>
          </a:p>
          <a:p>
            <a:pPr lvl="1">
              <a:buChar char="•"/>
              <a:defRPr sz="1400"/>
            </a:pPr>
            <a:r>
              <a:t>Final retune working folder.</a:t>
            </a:r>
          </a:p>
          <a:p>
            <a:pPr>
              <a:buNone/>
              <a:defRPr b="1" sz="1600"/>
            </a:pPr>
            <a:r>
              <a:t>Process</a:t>
            </a:r>
          </a:p>
          <a:p>
            <a:pPr lvl="1">
              <a:buChar char="•"/>
              <a:defRPr sz="1400"/>
            </a:pPr>
            <a:r>
              <a:t>Executes final cleanup policies (structure prepared to expand rules).</a:t>
            </a:r>
          </a:p>
          <a:p>
            <a:pPr>
              <a:buNone/>
              <a:defRPr b="1" sz="1600"/>
            </a:pPr>
            <a:r>
              <a:t>Outputs</a:t>
            </a:r>
          </a:p>
          <a:p>
            <a:pPr lvl="1">
              <a:buChar char="•"/>
              <a:defRPr sz="1400"/>
            </a:pPr>
            <a:r>
              <a:t>Versioned cleanup directory according to the active implementation.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Execution Modes and Versioning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GUI mode: run without CLI arguments.</a:t>
            </a:r>
          </a:p>
          <a:p>
            <a:pPr lvl="1">
              <a:buChar char="•"/>
              <a:defRPr sz="1400"/>
            </a:pPr>
            <a:r>
              <a:t>CLI mode: run with explicit module and options.</a:t>
            </a:r>
          </a:p>
          <a:p>
            <a:pPr lvl="1">
              <a:buChar char="•"/>
              <a:defRPr sz="1400"/>
            </a:pPr>
            <a:r>
              <a:t>Web Interfacee: the tool can be run in a server/client infrastructure, accessing the server through a Web Interface where you can unpload your inputs, enqueue different tasks and  export the results when finish..</a:t>
            </a:r>
          </a:p>
          <a:p>
            <a:pPr>
              <a:buNone/>
              <a:defRPr sz="1400"/>
            </a:pPr>
            <a:r>
              <a:t>All Generated artifacts include a versioned suffix: "&lt;timestamp&gt;_v&lt;TOOL_VERSION&gt;".</a:t>
            </a:r>
          </a:p>
          <a:p>
            <a:pPr>
              <a:buNone/>
              <a:defRPr sz="1400"/>
            </a:pPr>
            <a:r>
              <a:t>This guarantees traceability and avoids collisions between runs.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SummaryAudit checks philosophy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SummaryAudit sheet contains a high-level checks table by categories. The flow:</a:t>
            </a:r>
          </a:p>
          <a:p>
            <a:pPr lvl="1">
              <a:buNone/>
              <a:defRPr sz="1400"/>
            </a:pPr>
            <a:r>
              <a:t>1. Excludes "UNSYNCHRONIZED" nodes based on "MeContext".</a:t>
            </a:r>
          </a:p>
          <a:p>
            <a:pPr lvl="1">
              <a:buNone/>
              <a:defRPr sz="1400"/>
            </a:pPr>
            <a:r>
              <a:t>2. Evaluates NR, LTE, ENDC, Externals, TermPoints, cardinalities, and profiles.</a:t>
            </a:r>
          </a:p>
          <a:p>
            <a:pPr lvl="1">
              <a:buNone/>
              <a:defRPr sz="1400"/>
            </a:pPr>
            <a:r>
              <a:t>3. Records each check as a row ("Category/SubCategory/Metric/Value/ExtraInfo").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Operational meaning of SummaryAudit rows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Category: audited technical domain (NR/LTE/ENDC/MeContext/etc.).</a:t>
            </a:r>
          </a:p>
          <a:p>
            <a:pPr lvl="1">
              <a:buChar char="•"/>
              <a:defRPr sz="1400"/>
            </a:pPr>
            <a:r>
              <a:t>SubCategory: type of analysis (Audit/Inconsistencies/Profiles).</a:t>
            </a:r>
          </a:p>
          <a:p>
            <a:pPr lvl="1">
              <a:buChar char="•"/>
              <a:defRPr sz="1400"/>
            </a:pPr>
            <a:r>
              <a:t>Metric: specific rule evaluated.</a:t>
            </a:r>
          </a:p>
          <a:p>
            <a:pPr lvl="1">
              <a:buChar char="•"/>
              <a:defRPr sz="1400"/>
            </a:pPr>
            <a:r>
              <a:t>Value:</a:t>
            </a:r>
          </a:p>
          <a:p>
            <a:pPr lvl="2">
              <a:buChar char="•"/>
              <a:defRPr sz="1400"/>
            </a:pPr>
            <a:r>
              <a:t>Integer: number of affected nodes/relations/cells.</a:t>
            </a:r>
          </a:p>
          <a:p>
            <a:pPr lvl="2">
              <a:buChar char="•"/>
              <a:defRPr sz="1400"/>
            </a:pPr>
            <a:r>
              <a:t>"N/A": not evaluable due to missing columns.</a:t>
            </a:r>
          </a:p>
          <a:p>
            <a:pPr lvl="2">
              <a:buChar char="•"/>
              <a:defRPr sz="1400"/>
            </a:pPr>
            <a:r>
              <a:t>Text: captured status or error.</a:t>
            </a:r>
          </a:p>
          <a:p>
            <a:pPr lvl="1">
              <a:buChar char="•"/>
              <a:defRPr sz="1400"/>
            </a:pPr>
            <a:r>
              <a:t>ExtraInfo: list of nodes or bounded detail for troubleshooting.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MeContext Audit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"MeContext".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Total unique nodes.</a:t>
            </a:r>
          </a:p>
          <a:p>
            <a:pPr lvl="1">
              <a:buChar char="•"/>
              <a:defRPr sz="1400"/>
            </a:pPr>
            <a:r>
              <a:t>Nodes with syncStatus="UNSYNCHRONIZED" (excluded from the rest of the audits).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273542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30622"/>
                <a:gridCol w="1264394"/>
                <a:gridCol w="2926080"/>
                <a:gridCol w="310850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Total unique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table to create lists of sites for implementation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MeContext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syncStatus="UNSYNCHRONIZED" (being excluded in all Audits)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Unsynch nodes excluded in Audits and Implementation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"NRCellDU", "NRFrequency", "NRFreqRelation", "NRSectorCarrier", "NRCellRelation", "ExternalNRCellCU", "TermPointToGNodeB", "TermPointToGNB".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Detection of NR nodes with N77 SSB (band 646600–660000).</a:t>
            </a:r>
          </a:p>
          <a:p>
            <a:pPr lvl="1">
              <a:buChar char="•"/>
              <a:defRPr sz="1400"/>
            </a:pPr>
            <a:r>
              <a:t>Classification of NR nodes as LowMidBand / mmWave / mixed.</a:t>
            </a:r>
          </a:p>
          <a:p>
            <a:pPr lvl="1">
              <a:buChar char="•"/>
              <a:defRPr sz="1400"/>
            </a:pPr>
            <a:r>
              <a:t>Nodes whose N77 SSBs are fully within allowed PRE or POST lists.</a:t>
            </a:r>
          </a:p>
          <a:p>
            <a:pPr lvl="1">
              <a:buChar char="•"/>
              <a:defRPr sz="1400"/>
            </a:pPr>
            <a:r>
              <a:t>Nodes with N77 SSB outside allowed lists.</a:t>
            </a:r>
          </a:p>
          <a:p>
            <a:pPr lvl="1">
              <a:buChar char="•"/>
              <a:defRPr sz="1400"/>
            </a:pPr>
            <a:r>
              <a:t>Old/new SSB presence per node (only old, only new, both).</a:t>
            </a:r>
          </a:p>
          <a:p>
            <a:pPr lvl="1">
              <a:buChar char="•"/>
              <a:defRPr sz="1400"/>
            </a:pPr>
            <a:r>
              <a:t>Nodes with NRFreqRelationId in an unexpected format (auto-created outside convention).</a:t>
            </a:r>
          </a:p>
          <a:p>
            <a:pPr lvl="1">
              <a:buChar char="•"/>
              <a:defRPr sz="1400"/>
            </a:pPr>
            <a:r>
              <a:t>NR relations to old/new SSB.</a:t>
            </a:r>
          </a:p>
          <a:p>
            <a:pPr lvl="1">
              <a:buChar char="•"/>
              <a:defRPr sz="1400"/>
            </a:pPr>
            <a:r>
              <a:t>NR externals and termpoints pointing to old/new/unknown.</a:t>
            </a:r>
          </a:p>
          <a:p>
            <a:pPr>
              <a:buNone/>
              <a:defRPr sz="1400"/>
            </a:pPr>
            <a:r>
              <a:t>Typical triggering:</a:t>
            </a:r>
          </a:p>
          <a:p>
            <a:pPr lvl="1">
              <a:buChar char="•"/>
              <a:defRPr sz="1400"/>
            </a:pPr>
            <a:r>
              <a:t>Each check is enabled if the table and minimum required columns exist.</a:t>
            </a:r>
          </a:p>
          <a:p>
            <a:pPr lvl="1">
              <a:buChar char="•"/>
              <a:defRPr sz="1400"/>
            </a:pPr>
            <a:r>
              <a:t>If columns are missing, a "N/A" status row is added.</a:t>
            </a:r>
          </a:p>
          <a:p>
            <a:pPr lvl="1">
              <a:buChar char="•"/>
              <a:defRPr sz="1400"/>
            </a:pPr>
            <a:r>
              <a:t>If the table is empty or not found, an informative row "Table not found or empty" is added.</a:t>
            </a:r>
          </a:p>
          <a:p>
            <a:pPr>
              <a:buNone/>
              <a:defRPr sz="1400"/>
            </a:pPr>
            <a:r>
              <a:t>Interpretation: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"Value &gt; 0" in inconsistencies indicates a real deviation that requires investigation.</a:t>
            </a:r>
          </a:p>
          <a:p>
            <a:pPr lvl="1">
              <a:buChar char="•"/>
              <a:defRPr sz="1400"/>
            </a:pPr>
            <a:r>
              <a:t>"ExtraInfo" typically lists affected nodes for operational targeting.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7438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7486"/>
                <a:gridCol w="1436055"/>
                <a:gridCol w="2926080"/>
                <a:gridCol w="287997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ssbFrequency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LowMidBand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mmWave Nodes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Pre-Retune allowed list (648672, 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in Post-Retune allowed list (647328, 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NRCellDU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SSB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band (646600-660000)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Pre-Retune allowed list (650006, 654652, 655324, 655984, 656656)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pending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in Post-Retune allowed list (650006, 654648, 655320, 655980, 656652)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Step2b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NRSectorCarrier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N77 ARCFN not in Pre/Post Retune allowed lists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18401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6749"/>
                <a:gridCol w="1283432"/>
                <a:gridCol w="2926080"/>
                <a:gridCol w="317333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with some cells missing relations to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any relations Step1 pending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NRFreqRelation pointing to mcpcPCellNrFreqRelProfileRef containing new SSB name (cloned) or Other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N77 SSB not in (648672, 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Auto-created NRFreqRelationId to new N77 SSB (647328) but not following VZ naming convention (e.g. with extra characters: "auto_647328")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new N77 SSB (647328) and NRFreqRelation reference to McpcPCellNrFreqRelProfile with old SSB before "_" (648672_xxxx)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Step2b execution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the old N77 SSB (648672) and the new SSB (647328) NRFreqRelation pointing to same mcpcPCellNrFreqRelProfileRef containing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mismatching params (cell-level) between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review. Step1 run could solve most cases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cellRelations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NR Frequency Audit / NR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6896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9155"/>
                <a:gridCol w="1533807"/>
                <a:gridCol w="2401472"/>
                <a:gridCol w="2865166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ExternalNRCellCU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PN and DAS might have no External relations defined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"GUtranSyncSignalFrequency", "GUtranFreqRelation", "GUtranCellRelation", "ExternalGUtranCell", "TermPointToENodeB".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LTE nodes with old/new SSB.</a:t>
            </a:r>
          </a:p>
          <a:p>
            <a:pPr lvl="1">
              <a:buChar char="•"/>
              <a:defRPr sz="1400"/>
            </a:pPr>
            <a:r>
              <a:t>Nodes with both old/new or old without new.</a:t>
            </a:r>
          </a:p>
          <a:p>
            <a:pPr lvl="1">
              <a:buChar char="•"/>
              <a:defRPr sz="1400"/>
            </a:pPr>
            <a:r>
              <a:t>SSB outside the expected pre/post set.</a:t>
            </a:r>
          </a:p>
          <a:p>
            <a:pPr lvl="1">
              <a:buChar char="•"/>
              <a:defRPr sz="1400"/>
            </a:pPr>
            <a:r>
              <a:t>LTE relations to old/new and parameter discrepancies per cell relation.</a:t>
            </a:r>
          </a:p>
          <a:p>
            <a:pPr lvl="1">
              <a:buChar char="•"/>
              <a:defRPr sz="1400"/>
            </a:pPr>
            <a:r>
              <a:t>LTE externals OUT_OF_SERVICE for old/new.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31458"/>
                <a:gridCol w="1106919"/>
                <a:gridCol w="2722972"/>
                <a:gridCol w="35682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these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with some cells missing relations to new SSB 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N77 SSB not in (648672, 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Auto-created GUtranFreqRelationId to new N77 SSB (647328) but not following VZ naming convention (647328-30-20-0-1)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Not an issue, unless other inconsistencies raised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same endcB1MeasPriority in old N77 SSB (648672) and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and fix with Step1 or Step2c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50546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between GUtranFreqRelationId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Parameters qQualMin, qRxLevMin, threshXHigh agreed to set to fixed values on new freqs and inconsistencies should be reported to VZ. Other inconsistent parameters would require review for further actions.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Post Step2 some relations pointing to other Mkts could be on old SSB. See details in table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GUtranCellRelation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cellRelations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LTE Frequency Audit / LTE Frequency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107505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16174"/>
                <a:gridCol w="1152977"/>
                <a:gridCol w="2564295"/>
                <a:gridCol w="339615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old N77 SSB (648672) with serviceStatus=OUT_OF_SERVICE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Externals with unavailable TermPoints are not operational for ENDC and might not be updated immediately after Step2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ExternalGUtranCell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Frequency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External cells to new N77 SSB (647328) with serviceStatus=OUT_OF_SERVICE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"TermPointToGNodeB", "TermPointToENodeB", "TermPointToGNB".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Termpoint Audit / Termpoint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016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53559"/>
                <a:gridCol w="1504273"/>
                <a:gridCol w="2842924"/>
                <a:gridCol w="2428844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TermPointToENodeB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to LTE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administrativeState=LOCKED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operationalState=DISABLED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TermPointToGNB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X2 Termpoint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to NR TermPoints with usedIpAddress=0.0.0.0/::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Helpful to troubleshoot External updates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Source tables: "EndcDistrProfile", "FreqPrioNR".</a:t>
            </a:r>
          </a:p>
          <a:p>
            <a:pPr>
              <a:buNone/>
              <a:defRPr sz="1400"/>
            </a:pPr>
            <a:r>
              <a:t>Main checks:</a:t>
            </a:r>
          </a:p>
          <a:p>
            <a:pPr lvl="1">
              <a:buChar char="•"/>
              <a:defRPr sz="1400"/>
            </a:pPr>
            <a:r>
              <a:t>"gUtranFreqRef" and "mandatoryGUtranFreqRef" with old/new + N77B combinations.</a:t>
            </a:r>
          </a:p>
          <a:p>
            <a:pPr lvl="1">
              <a:buChar char="•"/>
              <a:defRPr sz="1400"/>
            </a:pPr>
            <a:r>
              <a:t>Nodes that do not contain the expected frequency combination.</a:t>
            </a:r>
          </a:p>
          <a:p>
            <a:pPr lvl="1">
              <a:buChar char="•"/>
              <a:defRPr sz="1400"/>
            </a:pPr>
            <a:r>
              <a:t>In "FreqPrioNR": old without new, both present, and parameter mismatch per cell.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ENDC Audit / ENDC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8239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88348"/>
                <a:gridCol w="1129942"/>
                <a:gridCol w="2926080"/>
                <a:gridCol w="3185230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old N77 SSB (648672) and the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Step2c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containing the new N77 SSB (647328) and the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Step2c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gUtranFreqRef not containing N77 SSBs (648672 or 647328) together with N77B SSB (653952)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EndcDistrProfile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mandatoryGUtranFreqRef not empty and not containing N77 SSBs (648672 or 647328) together with N77B SSB (653952)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the old N77 SSB (648672) but without the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run Step1 on this nodes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both, the old N77 SSB (648672) and the new N77 SSB (647328)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Nodes with Step1 completed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"fwa" in N77 band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= 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mismatching params (cell-level) between FreqPrioNR 648672 and 647328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FreqPrioNR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ENDC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RATFreqPrioId different from "fwa"/"publicsafety" in N77 band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Cardinality checks per relation table (per node and/or per cell) to detect overprovisioning or gaps versus expected limits.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Cardinalities Audit / Inconsistencies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228219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76009"/>
                <a:gridCol w="1387310"/>
                <a:gridCol w="2328430"/>
                <a:gridCol w="283785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NRFrequency definitions per node (limit 64)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nodes with NRFrequency definitions at limit 64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NRFreqRelation per NR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NRFreqRelation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 cells with NRFreqRelation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GUtranSyncSignalFrequency definitions per node (limit 24)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GUtranSyncSignalFrequency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nodes with GUtranSyncSignalFrequency definitions at limit 24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nodes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Audit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Max GUtranFreqRelation per LTE cell (limit 16)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GUtranFreqRelation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Cardinality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LTE cells with GUtranFreqRelation count at limit 16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These cells must be checked in preparation phase and confirm if any special action needed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Compares PRE/POST profiles by supported profile MO.</a:t>
            </a:r>
          </a:p>
          <a:p>
            <a:pPr lvl="1">
              <a:buChar char="•"/>
              <a:defRPr sz="1400"/>
            </a:pPr>
            <a:r>
              <a:t>Detects parameter discrepancies between old/new variants.</a:t>
            </a:r>
          </a:p>
          <a:p>
            <a:pPr lvl="1">
              <a:buChar char="•"/>
              <a:defRPr sz="1400"/>
            </a:pPr>
            <a:r>
              <a:t>Adds results to SummaryAudit and auxiliary detail sheets.</a:t>
            </a:r>
          </a:p>
          <a:p>
            <a:pPr>
              <a:buNone/>
              <a:defRPr sz="1400"/>
            </a:pPr>
            <a:r>
              <a:t>Complete Checks List: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94398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6825"/>
                <a:gridCol w="1318004"/>
                <a:gridCol w="2926080"/>
                <a:gridCol w="2478691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with old N77 SSB (xxxx_648672) but not new N77 SSB (xxxx_647328)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(648672_xxxx) but not new N77 SSB (647328_xxxx)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TrStSaNrFreqRelProfileUeCfg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McpcPSCellProfileUeCfg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UlQualMcpcMeasCfg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406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1102"/>
                <a:gridCol w="1360296"/>
                <a:gridCol w="2926080"/>
                <a:gridCol w="2652122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McfbCellProfileUeCfg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TrStSaCellProfileUeCfg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CaCellProfileUeCfg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Profiles Audit (if enabled)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3293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1473"/>
                <a:gridCol w="1299448"/>
                <a:gridCol w="2926080"/>
                <a:gridCol w="2402599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SubCategory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Tips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McpcPCellEUtranFreqRelProfileUeCfg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but not new N77 SSB (647328)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38544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UeMCEUtranFreqRelProfileUeCfg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and Profiles with old N77 SSB (648672) and new N77 SSB (647328) but with param discrepancies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discrepancies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NRCellCU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NRCellCU Ref parameters to Profiles with the old SSB name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/>
                </a:tc>
              </a:tr>
              <a:tr h="265430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EUtranFreqRelation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Profiles Inconsistencies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Retuned nodes with EUtranFreqRelation Ref parameters to Profiles with the old SSB name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Need to review profile consistency before/after retune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MeContext pre-processing</a:t>
            </a:r>
          </a:p>
          <a:p>
            <a:pPr lvl="2">
              <a:buChar char="•"/>
              <a:defRPr sz="1400"/>
            </a:pPr>
            <a:r>
              <a:t>Computes total nodes and "UNSYNCHRONIZED" nodes.</a:t>
            </a:r>
          </a:p>
          <a:p>
            <a:pPr lvl="2">
              <a:buChar char="•"/>
              <a:defRPr sz="1400"/>
            </a:pPr>
            <a:r>
              <a:t>Builds an exclusion list and filters all other MO dataframes by "NodeId" before running any other checks.</a:t>
            </a:r>
          </a:p>
          <a:p>
            <a:pPr lvl="1">
              <a:buNone/>
              <a:defRPr sz="1400"/>
            </a:pPr>
            <a:r>
              <a:t>2. Node scoping for Pre/Post interpretation</a:t>
            </a:r>
          </a:p>
          <a:p>
            <a:pPr lvl="2">
              <a:buChar char="•"/>
              <a:defRPr sz="1400"/>
            </a:pPr>
            <a:r>
              <a:t>"NRCellDU" checks run first because they generate the rows used to infer node scope (Pre-retune vs Post-retune).</a:t>
            </a:r>
          </a:p>
          <a:p>
            <a:pPr lvl="2">
              <a:buChar char="•"/>
              <a:defRPr sz="1400"/>
            </a:pPr>
            <a:r>
              <a:t>This scope is reused by relation/externals/termpoint checks to classify targets ("SSB-Pre", "SSB-Post", "Unknown").</a:t>
            </a:r>
          </a:p>
          <a:p>
            <a:pPr lvl="1">
              <a:buNone/>
              <a:defRPr sz="1400"/>
            </a:pPr>
            <a:r>
              <a:t>3. Per-table processors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Detailed check execution order and gating rules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2">
              <a:buChar char="•"/>
              <a:defRPr sz="1400"/>
            </a:pPr>
            <a:r>
              <a:t>NR processors: "NRFrequency", "NRFreqRelation", "NRSectorCarrier", "NRCellRelation".</a:t>
            </a:r>
          </a:p>
          <a:p>
            <a:pPr lvl="2">
              <a:buChar char="•"/>
              <a:defRPr sz="1400"/>
            </a:pPr>
            <a:r>
              <a:t>LTE processors: "GUtranSyncSignalFrequency", "GUtranFreqRelation", "GUtranCellRelation".</a:t>
            </a:r>
          </a:p>
          <a:p>
            <a:pPr lvl="2">
              <a:buChar char="•"/>
              <a:defRPr sz="1400"/>
            </a:pPr>
            <a:r>
              <a:t>Externals/Termpoints: "ExternalNRCellCU", "ExternalGUtranCell", "TermPointToGNodeB", "TermPointToGNB", "TermPointToENodeB".</a:t>
            </a:r>
          </a:p>
          <a:p>
            <a:pPr lvl="2">
              <a:buChar char="•"/>
              <a:defRPr sz="1400"/>
            </a:pPr>
            <a:r>
              <a:t>ENDC/Cardinality/Profile processors follow and append their own rows.</a:t>
            </a:r>
          </a:p>
          <a:p>
            <a:pPr lvl="1">
              <a:buNone/>
              <a:defRPr sz="1400"/>
            </a:pPr>
            <a:r>
              <a:t>4. Resilience model</a:t>
            </a:r>
          </a:p>
          <a:p>
            <a:pPr lvl="2">
              <a:buChar char="•"/>
              <a:defRPr sz="1400"/>
            </a:pPr>
            <a:r>
              <a:t>If a table is missing/empty: emits "Table not found or empty" metric rows.</a:t>
            </a:r>
          </a:p>
          <a:p>
            <a:pPr lvl="2">
              <a:buChar char="•"/>
              <a:defRPr sz="1400"/>
            </a:pPr>
            <a:r>
              <a:t>If required columns are missing: emits "N/A" rows.</a:t>
            </a:r>
          </a:p>
          <a:p>
            <a:pPr lvl="2">
              <a:buChar char="•"/>
              <a:defRPr sz="1400"/>
            </a:pPr>
            <a:r>
              <a:t>If exceptions occur: emits "ERROR: ..." rows without aborting the full SummaryAudit generation.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Besides SummaryAudit, Module 1 enriches several raw MO sheets with operational columns for execution/cleanup.</a:t>
            </a:r>
          </a:p>
          <a:p>
            <a:pPr>
              <a:buNone/>
              <a:defRPr b="1" sz="1600"/>
            </a:pPr>
            <a:r>
              <a:t>`MeContext` enrichment (main planning helper)</a:t>
            </a:r>
          </a:p>
          <a:p>
            <a:pPr>
              <a:buNone/>
              <a:defRPr sz="1400"/>
            </a:pPr>
            <a:r>
              <a:t>Additional columns are computed per "NodeId" by aggregating NR/LTE relation tables: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Topology and inventory:</a:t>
            </a:r>
          </a:p>
          <a:p>
            <a:pPr lvl="2">
              <a:buChar char="•"/>
              <a:defRPr sz="1400"/>
            </a:pPr>
            <a:r>
              <a:t>"mmWave Cells", "LowMidBand Cells", "N77 Cells"</a:t>
            </a:r>
          </a:p>
          <a:p>
            <a:pPr lvl="2">
              <a:buChar char="•"/>
              <a:defRPr sz="1400"/>
            </a:pPr>
            <a:r>
              <a:t>"N77A old SSB cells", "N77A new SSB cells"</a:t>
            </a:r>
          </a:p>
          <a:p>
            <a:pPr lvl="1">
              <a:buChar char="•"/>
              <a:defRPr sz="1400"/>
            </a:pPr>
            <a:r>
              <a:t>Relation counters:</a:t>
            </a:r>
          </a:p>
          <a:p>
            <a:pPr lvl="2">
              <a:buChar char="•"/>
              <a:defRPr sz="1400"/>
            </a:pPr>
            <a:r>
              <a:t>"NRFreqRelation to old N77A SSB", "NRFreqRelation to new N77A SSB"</a:t>
            </a:r>
          </a:p>
          <a:p>
            <a:pPr lvl="2">
              <a:buChar char="•"/>
              <a:defRPr sz="1400"/>
            </a:pPr>
            <a:r>
              <a:t>"GUtranFreqRelation to old N77A SSB", "GUtranFreqRelation to new N77A SSB"</a:t>
            </a:r>
          </a:p>
          <a:p>
            <a:pPr lvl="1">
              <a:buChar char="•"/>
              <a:defRPr sz="1400"/>
            </a:pPr>
            <a:r>
              <a:t>Priority snapshots (unique consolidated values):</a:t>
            </a:r>
          </a:p>
          <a:p>
            <a:pPr lvl="2">
              <a:buChar char="•"/>
              <a:defRPr sz="1400"/>
            </a:pPr>
            <a:r>
              <a:t>"NRFreqRelation to old N77A SSB cellReselPrio"</a:t>
            </a:r>
          </a:p>
          <a:p>
            <a:pPr lvl="2">
              <a:buChar char="•"/>
              <a:defRPr sz="1400"/>
            </a:pPr>
            <a:r>
              <a:t>"NRFreqRelation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cellReselPrio"</a:t>
            </a:r>
          </a:p>
          <a:p>
            <a:pPr lvl="2">
              <a:buChar char="•"/>
              <a:defRPr sz="1400"/>
            </a:pPr>
            <a:r>
              <a:t>"GUtranFreqRelation to new N77A SSB cellReselPrio"</a:t>
            </a:r>
          </a:p>
          <a:p>
            <a:pPr lvl="2">
              <a:buChar char="•"/>
              <a:defRPr sz="1400"/>
            </a:pPr>
            <a:r>
              <a:t>"GUtranFreqRelation to old N77A SSB EndcPrio"</a:t>
            </a:r>
          </a:p>
          <a:p>
            <a:pPr lvl="2">
              <a:buChar char="•"/>
              <a:defRPr sz="1400"/>
            </a:pPr>
            <a:r>
              <a:t>"GUtranFreqRelation to new N77A SSB EndcPrio"</a:t>
            </a:r>
          </a:p>
          <a:p>
            <a:pPr lvl="1">
              <a:buChar char="•"/>
              <a:defRPr sz="1400"/>
            </a:pPr>
            <a:r>
              <a:t>Workflow recommendation fields:</a:t>
            </a:r>
          </a:p>
          <a:p>
            <a:pPr lvl="2">
              <a:buChar char="•"/>
              <a:defRPr sz="1400"/>
            </a:pPr>
            <a:r>
              <a:t>"Step1", "Step2b", "Step2ac", "Next Step", "EndcPrio Next Step"</a:t>
            </a:r>
          </a:p>
          <a:p>
            <a:pPr>
              <a:buNone/>
              <a:defRPr sz="1400"/>
            </a:pPr>
            <a:r>
              <a:t>Operational interpretation: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"Step1" focuses on old/new relation parity and reselection-priority convergence.</a:t>
            </a:r>
          </a:p>
          <a:p>
            <a:pPr lvl="1">
              <a:buChar char="•"/>
              <a:defRPr sz="1400"/>
            </a:pPr>
            <a:r>
              <a:t>"Step2b" focuses on old/new N77A cell presence.</a:t>
            </a:r>
          </a:p>
          <a:p>
            <a:pPr lvl="1">
              <a:buChar char="•"/>
              <a:defRPr sz="1400"/>
            </a:pPr>
            <a:r>
              <a:t>"Step2ac" focuses on ENDC priority transition validation.</a:t>
            </a:r>
          </a:p>
          <a:p>
            <a:pPr lvl="1">
              <a:buChar char="•"/>
              <a:defRPr sz="1400"/>
            </a:pPr>
            <a:r>
              <a:t>"Next Step" concatenates pending actions to provide a single execution hint per node.</a:t>
            </a:r>
          </a:p>
          <a:p>
            <a:pPr>
              <a:buNone/>
              <a:defRPr b="1" sz="1600"/>
            </a:pPr>
            <a:r>
              <a:t>`NRCellRelation` and `GUtranCellRelation` enrichment</a:t>
            </a:r>
          </a:p>
          <a:p>
            <a:pPr>
              <a:buNone/>
              <a:defRPr sz="1400"/>
            </a:pPr>
            <a:r>
              <a:t>Both relation tables are normalized with helper columns used for discrepancy targeting and command generation:</a:t>
            </a:r>
          </a:p>
          <a:p>
            <a:pPr lvl="1">
              <a:buChar char="•"/>
              <a:defRPr sz="1400"/>
            </a:pPr>
            <a:r>
              <a:t>"Frequency" extracted from relation references.</a:t>
            </a:r>
          </a:p>
          <a:p>
            <a:pPr lvl="1">
              <a:buChar char="•"/>
              <a:defRPr sz="1400"/>
            </a:pPr>
            <a:r>
              <a:t>External endpoint decomposition fields (function/cell identifiers parsed from references).</a:t>
            </a:r>
          </a:p>
          <a:p>
            <a:pPr lvl="1">
              <a:buChar char="•"/>
              <a:defRPr sz="1400"/>
            </a:pPr>
            <a:r>
              <a:t>"GNodeB_SSB_Target" classification ("SSB-Pre"/"SSB-Post"/"Unknown").</a:t>
            </a:r>
          </a:p>
          <a:p>
            <a:pPr lvl="1">
              <a:buChar char="•"/>
              <a:defRPr sz="1400"/>
            </a:pPr>
            <a:r>
              <a:t>"Correction_Cmd" prebuilt command text for the rows considered actionable.</a:t>
            </a:r>
          </a:p>
          <a:p>
            <a:pPr>
              <a:buNone/>
              <a:defRPr b="1" sz="1600"/>
            </a:pPr>
            <a:r>
              <a:t>`ExternalNRCellCU` and `ExternalGUtranCell` enrichment</a:t>
            </a:r>
          </a:p>
          <a:p>
            <a:pPr lvl="1">
              <a:buChar char="•"/>
              <a:defRPr sz="1400"/>
            </a:pPr>
            <a:r>
              <a:t>Adds "Frequency", "Termpoint", "TermpointStatus", "TermpointConsolidatedStatus".</a:t>
            </a:r>
          </a:p>
          <a:p>
            <a:pPr lvl="1">
              <a:buChar char="•"/>
              <a:defRPr sz="1400"/>
            </a:pPr>
            <a:r>
              <a:t>Adds "GNodeB_SSB_Target" and "Correction_Cmd" for retune remediation flows.</a:t>
            </a:r>
          </a:p>
          <a:p>
            <a:pPr lvl="1">
              <a:buChar char="•"/>
              <a:defRPr sz="1400"/>
            </a:pPr>
            <a:r>
              <a:t>For LTE externals, service state ("OUT_OF_SERVICE") is also reflected in SummaryAudit checks.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Additional columns injected into parsed MO sheets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b="1" sz="1600"/>
            </a:pPr>
            <a:r>
              <a:t>`TermPointToGNodeB` / `TermPointToGNB` enrichment</a:t>
            </a:r>
          </a:p>
          <a:p>
            <a:pPr lvl="1">
              <a:buChar char="•"/>
              <a:defRPr sz="1400"/>
            </a:pPr>
            <a:r>
              <a:t>Adds consolidated termpoint health/status fields and "SSB needs update" boolean.</a:t>
            </a:r>
          </a:p>
          <a:p>
            <a:pPr lvl="1">
              <a:buChar char="•"/>
              <a:defRPr sz="1400"/>
            </a:pPr>
            <a:r>
              <a:t>Adds "GNodeB_SSB_Target" and generated "Correction_Cmd" when target and frequency logic indicates migration to post-retune SSB.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Below is the practical checklist implemented by the processors: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Configuration Audit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Key SummaryAudit checks by source table (implementation-level) (cont.)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NRCellDU:</a:t>
            </a:r>
          </a:p>
          <a:p>
            <a:pPr lvl="2">
              <a:buChar char="•"/>
              <a:defRPr sz="1400"/>
            </a:pPr>
            <a:r>
              <a:t>Node classification LowMidBand/mmWave/mixed.</a:t>
            </a:r>
          </a:p>
          <a:p>
            <a:pPr lvl="2">
              <a:buChar char="•"/>
              <a:defRPr sz="1400"/>
            </a:pPr>
            <a:r>
              <a:t>N77-in-band detection.</a:t>
            </a:r>
          </a:p>
          <a:p>
            <a:pPr lvl="2">
              <a:buChar char="•"/>
              <a:defRPr sz="1400"/>
            </a:pPr>
            <a:r>
              <a:t>Allowed pre/post SSB-list compliance and out-of-list inconsistencies.</a:t>
            </a:r>
          </a:p>
          <a:p>
            <a:pPr lvl="1">
              <a:buChar char="•"/>
              <a:defRPr sz="1400"/>
            </a:pPr>
            <a:r>
              <a:t>NRFrequency:</a:t>
            </a:r>
          </a:p>
          <a:p>
            <a:pPr lvl="2">
              <a:buChar char="•"/>
              <a:defRPr sz="1400"/>
            </a:pPr>
            <a:r>
              <a:t>old/new/both/old-without-new presence by node.</a:t>
            </a:r>
          </a:p>
          <a:p>
            <a:pPr lvl="2">
              <a:buChar char="•"/>
              <a:defRPr sz="1400"/>
            </a:pPr>
            <a:r>
              <a:t>values outside expected old/new sets.</a:t>
            </a:r>
          </a:p>
          <a:p>
            <a:pPr lvl="1">
              <a:buChar char="•"/>
              <a:defRPr sz="1400"/>
            </a:pPr>
            <a:r>
              <a:t>NRFreqRelation:</a:t>
            </a:r>
          </a:p>
          <a:p>
            <a:pPr lvl="2">
              <a:buChar char="•"/>
              <a:defRPr sz="1400"/>
            </a:pPr>
            <a:r>
              <a:t>old/new/both/old-without-new relation presence.</a:t>
            </a:r>
          </a:p>
          <a:p>
            <a:pPr lvl="2">
              <a:buChar char="•"/>
              <a:defRPr sz="1400"/>
            </a:pPr>
            <a:r>
              <a:t>naming-convention checks for auto-created relation IDs.</a:t>
            </a:r>
          </a:p>
          <a:p>
            <a:pPr lvl="2">
              <a:buChar char="•"/>
              <a:defRPr sz="1400"/>
            </a:pPr>
            <a:r>
              <a:t>cell-level old-vs-new parameter mismatch detection.</a:t>
            </a:r>
          </a:p>
          <a:p>
            <a:pPr lvl="2">
              <a:buChar char="•"/>
              <a:defRPr sz="1400"/>
            </a:pPr>
            <a:r>
              <a:t>profile reference transition checks (old profile clones vs expected post clone).</a:t>
            </a:r>
          </a:p>
          <a:p>
            <a:pPr lvl="1">
              <a:buChar char="•"/>
              <a:defRPr sz="1400"/>
            </a:pPr>
            <a:r>
              <a:t>NRSectorCarrier:</a:t>
            </a:r>
          </a:p>
          <a:p>
            <a:pPr lvl="2">
              <a:buChar char="•"/>
              <a:defRPr sz="1400"/>
            </a:pPr>
            <a:r>
              <a:t>allowed ARFCN list compliance (pre/post).</a:t>
            </a:r>
          </a:p>
          <a:p>
            <a:pPr lvl="2">
              <a:buChar char="•"/>
              <a:defRPr sz="1400"/>
            </a:pPr>
            <a:r>
              <a:t>out-of-list inconsistencies.</a:t>
            </a:r>
          </a:p>
          <a:p>
            <a:pPr lvl="1">
              <a:buChar char="•"/>
              <a:defRPr sz="1400"/>
            </a:pPr>
            <a:r>
              <a:t>NRCellRelation:</a:t>
            </a:r>
          </a:p>
          <a:p>
            <a:pPr lvl="2">
              <a:buChar char="•"/>
              <a:defRPr sz="1400"/>
            </a:pPr>
            <a:r>
              <a:t>relation counts to old/new targets.</a:t>
            </a:r>
          </a:p>
          <a:p>
            <a:pPr lvl="2">
              <a:buChar char="•"/>
              <a:defRPr sz="1400"/>
            </a:pPr>
            <a:r>
              <a:t>extraction/parsing consistency from "nRFreqRelationRef".</a:t>
            </a:r>
          </a:p>
          <a:p>
            <a:pPr lvl="1">
              <a:buChar char="•"/>
              <a:defRPr sz="1400"/>
            </a:pPr>
            <a:r>
              <a:t>GUtranSyncSignalFrequency:</a:t>
            </a:r>
          </a:p>
          <a:p>
            <a:pPr lvl="2">
              <a:buChar char="•"/>
              <a:defRPr sz="1400"/>
            </a:pPr>
            <a:r>
              <a:t>old/new/both/old-without-new LTE presence by node.</a:t>
            </a:r>
          </a:p>
          <a:p>
            <a:pPr lvl="2">
              <a:buChar char="•"/>
              <a:defRPr sz="1400"/>
            </a:pPr>
            <a:r>
              <a:t>out-of-set inconsistencies.</a:t>
            </a:r>
          </a:p>
          <a:p>
            <a:pPr lvl="1">
              <a:buChar char="•"/>
              <a:defRPr sz="1400"/>
            </a:pPr>
            <a:r>
              <a:t>GUtranFreqRelation:</a:t>
            </a:r>
          </a:p>
          <a:p>
            <a:pPr lvl="2">
              <a:buChar char="•"/>
              <a:defRPr sz="1400"/>
            </a:pPr>
            <a:r>
              <a:t>old/new/both/old-without-new checks.</a:t>
            </a:r>
          </a:p>
          <a:p>
            <a:pPr lvl="2">
              <a:buChar char="•"/>
              <a:defRPr sz="1400"/>
            </a:pPr>
            <a:r>
              <a:t>naming convention validation ("&lt;ssb&gt;-30-20-0-1" style).</a:t>
            </a:r>
          </a:p>
          <a:p>
            <a:pPr lvl="2">
              <a:buChar char="•"/>
              <a:defRPr sz="1400"/>
            </a:pPr>
            <a:r>
              <a:t>old/new cell-level parameter and ENDC priority checks.</a:t>
            </a:r>
          </a:p>
          <a:p>
            <a:pPr lvl="1">
              <a:buChar char="•"/>
              <a:defRPr sz="1400"/>
            </a:pPr>
            <a:r>
              <a:t>GUtranCellRelation:</a:t>
            </a:r>
          </a:p>
          <a:p>
            <a:pPr lvl="2">
              <a:buChar char="•"/>
              <a:defRPr sz="1400"/>
            </a:pPr>
            <a:r>
              <a:t>relation counts to old/new LTE targets.</a:t>
            </a:r>
          </a:p>
          <a:p>
            <a:pPr lvl="1">
              <a:buChar char="•"/>
              <a:defRPr sz="1400"/>
            </a:pPr>
            <a:r>
              <a:t>ExternalNRCellCU / ExternalGUtranCell:</a:t>
            </a:r>
          </a:p>
          <a:p>
            <a:pPr lvl="2">
              <a:buChar char="•"/>
              <a:defRPr sz="1400"/>
            </a:pPr>
            <a:r>
              <a:t>old/new external references counts.</a:t>
            </a:r>
          </a:p>
          <a:p>
            <a:pPr lvl="2">
              <a:buChar char="•"/>
              <a:defRPr sz="1400"/>
            </a:pPr>
            <a:r>
              <a:t>target classification and termpoint correlation.</a:t>
            </a:r>
          </a:p>
          <a:p>
            <a:pPr lvl="1">
              <a:buChar char="•"/>
              <a:defRPr sz="1400"/>
            </a:pPr>
            <a:r>
              <a:t>TermPoint tables:</a:t>
            </a:r>
          </a:p>
          <a:p>
            <a:pPr lvl="2">
              <a:buChar char="•"/>
              <a:defRPr sz="1400"/>
            </a:pPr>
            <a:r>
              <a:t>locked/disabled/unhealthy transport endpoint detection.</a:t>
            </a:r>
          </a:p>
          <a:p>
            <a:pPr lvl="2">
              <a:buChar char="•"/>
              <a:defRPr sz="1400"/>
            </a:pPr>
            <a:r>
              <a:t>alignment with external-cell update needs.</a:t>
            </a:r>
          </a:p>
          <a:p>
            <a:pPr lvl="1">
              <a:buChar char="•"/>
              <a:defRPr sz="1400"/>
            </a:pPr>
            <a:r>
              <a:t>EndcDistrProfile / FreqPrioNR:</a:t>
            </a:r>
          </a:p>
          <a:p>
            <a:pPr lvl="2">
              <a:buChar char="•"/>
              <a:defRPr sz="1400"/>
            </a:pPr>
            <a:r>
              <a:t>expected old/new + N77B combinations.</a:t>
            </a:r>
          </a:p>
          <a:p>
            <a:pPr lvl="2">
              <a:buChar char="•"/>
              <a:defRPr sz="1400"/>
            </a:pPr>
            <a:r>
              <a:t>unexpected combinations and param discrepancies.</a:t>
            </a:r>
          </a:p>
          <a:p>
            <a:pPr lvl="1">
              <a:buChar char="•"/>
              <a:defRPr sz="1400"/>
            </a:pPr>
            <a:r>
              <a:t>Cardinality checks:</a:t>
            </a:r>
          </a:p>
          <a:p>
            <a:pPr lvl="2">
              <a:buChar char="•"/>
              <a:defRPr sz="1400"/>
            </a:pPr>
            <a:r>
              <a:t>hard-limit and threshold checks per node/cell relation families.</a:t>
            </a:r>
          </a:p>
          <a:p>
            <a:pPr lvl="2">
              <a:buChar char="•"/>
              <a:defRPr sz="1400"/>
            </a:pPr>
            <a:r>
              <a:t>explicit inconsistency rows when limits are reached/exceeded.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Filtering by non-retuned nodes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If a POST SummaryAudit exists, the module obtains PRE/POST node lists and can exclude discrepancies whose target points to nodes that did not complete retune, reducing operational noise.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parameter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Selects common PRE and POST relations by composite key:</a:t>
            </a:r>
          </a:p>
          <a:p>
            <a:pPr lvl="2">
              <a:buChar char="•"/>
              <a:defRPr sz="1400"/>
            </a:pPr>
            <a:r>
              <a:t>GU: typically "NodeId", "EUtranCellFDDId", "GUtranCellRelationId".</a:t>
            </a:r>
          </a:p>
          <a:p>
            <a:pPr lvl="2">
              <a:buChar char="•"/>
              <a:defRPr sz="1400"/>
            </a:pPr>
            <a:r>
              <a:t>NR: typically "NodeId", "NRCellCUId", "NRCellRelationId".</a:t>
            </a:r>
          </a:p>
          <a:p>
            <a:pPr lvl="1">
              <a:buNone/>
              <a:defRPr sz="1400"/>
            </a:pPr>
            <a:r>
              <a:t>2. Excludes control columns (keys, frequency, Pre/Post, Date).</a:t>
            </a:r>
          </a:p>
          <a:p>
            <a:pPr lvl="1">
              <a:buNone/>
              <a:defRPr sz="1400"/>
            </a:pPr>
            <a:r>
              <a:t>3. Compares value-by-value across shared columns.</a:t>
            </a:r>
          </a:p>
          <a:p>
            <a:pPr lvl="1">
              <a:buNone/>
              <a:defRPr sz="1400"/>
            </a:pPr>
            <a:r>
              <a:t>4. Sets "ParamDiff=True" if at least one column differs.</a:t>
            </a:r>
          </a:p>
          <a:p>
            <a:pPr lvl="1">
              <a:buNone/>
              <a:defRPr sz="1400"/>
            </a:pPr>
            <a:r>
              <a:t>5. In GU it ignores "timeOfCreation" and "mobilityStatusNR" to avoid false positives.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frequency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None/>
              <a:defRPr sz="1400"/>
            </a:pPr>
            <a:r>
              <a:t>1. Extracts base frequency from relation references ("extract_gu_freq_base" / "extract_nr_freq_base").</a:t>
            </a:r>
          </a:p>
          <a:p>
            <a:pPr lvl="1">
              <a:buNone/>
              <a:defRPr sz="1400"/>
            </a:pPr>
            <a:r>
              <a:t>2. Discrepancy rule:</a:t>
            </a:r>
          </a:p>
          <a:p>
            <a:pPr lvl="2">
              <a:buChar char="•"/>
              <a:defRPr sz="1400"/>
            </a:pPr>
            <a:r>
              <a:t>if PRE had "freq_before" or "freq_after", and POST does not end up in "freq_after", it marks "FreqDiff=True".</a:t>
            </a:r>
          </a:p>
          <a:p>
            <a:pPr lvl="1">
              <a:buNone/>
              <a:defRPr sz="1400"/>
            </a:pPr>
            <a:r>
              <a:t>3. Classifies the discrepancy as:</a:t>
            </a:r>
          </a:p>
          <a:p>
            <a:pPr lvl="2">
              <a:buChar char="•"/>
              <a:defRPr sz="1400"/>
            </a:pPr>
            <a:r>
              <a:t>"FreqDiff_SSBPost" (target identified as SSB-Post),</a:t>
            </a:r>
          </a:p>
          <a:p>
            <a:pPr lvl="2">
              <a:buChar char="•"/>
              <a:defRPr sz="1400"/>
            </a:pPr>
            <a:r>
              <a:t>"FreqDiff_Unknown" (cannot be associated to a known target).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How it detects neighbor discrepancies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None/>
              <a:defRPr sz="1400"/>
            </a:pPr>
            <a:r>
              <a:t>They are split into three groups:</a:t>
            </a:r>
          </a:p>
          <a:p>
            <a:pPr lvl="1">
              <a:buChar char="•"/>
              <a:defRPr sz="1400"/>
            </a:pPr>
            <a:r>
              <a:t>New relations: keys present in POST and absent in PRE.</a:t>
            </a:r>
          </a:p>
          <a:p>
            <a:pPr lvl="1">
              <a:buChar char="•"/>
              <a:defRPr sz="1400"/>
            </a:pPr>
            <a:r>
              <a:t>Missing relations: keys present in PRE and absent in POST.</a:t>
            </a:r>
          </a:p>
          <a:p>
            <a:pPr lvl="1">
              <a:buChar char="•"/>
              <a:defRPr sz="1400"/>
            </a:pPr>
            <a:r>
              <a:t>Discrepancies: same key in PRE/POST but with parametric or frequency differences.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Consistency Check module in detail</a:t>
            </a:r>
          </a:p>
          <a:p>
            <a:pPr>
              <a:defRPr b="0" sz="2000">
                <a:solidFill>
                  <a:schemeClr val="accent2"/>
                </a:solidFill>
              </a:defRPr>
            </a:pPr>
            <a:r>
              <a:t>Content of each ConsistencyChecks output sheet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Summary: KPIs per table (PRE/POST volume, discrepancies, new/missing, source files).</a:t>
            </a:r>
          </a:p>
          <a:p>
            <a:pPr lvl="1">
              <a:buChar char="•"/>
              <a:defRPr sz="1400"/>
            </a:pPr>
            <a:r>
              <a:t>SummaryAuditComparisson: diff of SummaryAudit PRE vs POST metrics (without "ExtraInfo" to keep the comparison clean).</a:t>
            </a:r>
          </a:p>
          <a:p>
            <a:pPr lvl="1">
              <a:buChar char="•"/>
              <a:defRPr sz="1400"/>
            </a:pPr>
            <a:r>
              <a:t>Summary_CellRelation: KPI per "Freq_Pre/Freq_Post" pair and per technology.</a:t>
            </a:r>
          </a:p>
          <a:p>
            <a:pPr lvl="1">
              <a:buChar char="•"/>
              <a:defRPr sz="1400"/>
            </a:pPr>
            <a:r>
              <a:t>GU_relations / NR_relations: relation universe enriched with target classification and command snippets.</a:t>
            </a:r>
          </a:p>
          <a:p>
            <a:pPr lvl="1">
              <a:buChar char="•"/>
              <a:defRPr sz="1400"/>
            </a:pPr>
            <a:r>
              <a:t>GU_param_disc / NR_param_disc: common relations with param differences.</a:t>
            </a:r>
          </a:p>
          <a:p>
            <a:pPr lvl="1">
              <a:buChar char="•"/>
              <a:defRPr sz="1400"/>
            </a:pPr>
            <a:r>
              <a:t>GU_freq_disc / NR_freq_disc: frequency discrepancies to SSB-Post targets.</a:t>
            </a:r>
          </a:p>
          <a:p>
            <a:pPr lvl="1">
              <a:buChar char="•"/>
              <a:defRPr sz="1400"/>
            </a:pPr>
            <a:r>
              <a:t>GU_freq_disc_unknown / NR_freq_disc_unknown: discrepancies with non-classifiable targets.</a:t>
            </a:r>
          </a:p>
          <a:p>
            <a:pPr lvl="1">
              <a:buChar char="•"/>
              <a:defRPr sz="1400"/>
            </a:pPr>
            <a:r>
              <a:t>GU_missing / NR_missing: relations removed versus PRE.</a:t>
            </a:r>
          </a:p>
          <a:p>
            <a:pPr lvl="1">
              <a:buChar char="•"/>
              <a:defRPr sz="1400"/>
            </a:pPr>
            <a:r>
              <a:t>GU_new / NR_new: relations added in POST.</a:t>
            </a:r>
          </a:p>
          <a:p>
            <a:pPr lvl="1">
              <a:buChar char="•"/>
              <a:defRPr sz="1400"/>
            </a:pPr>
            <a:r>
              <a:t>GU_all / NR_all: optional consolidated dump for extended analysis.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Quick module reference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00">
                <a:solidFill>
                  <a:srgbClr val="FFFFFF"/>
                </a:solidFill>
              </a:defRPr>
            </a:pPr>
            <a:r>
              <a:t> 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1706033"/>
          <a:ext cx="8229600" cy="8858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1126"/>
                <a:gridCol w="1888159"/>
                <a:gridCol w="2026422"/>
                <a:gridCol w="2243893"/>
              </a:tblGrid>
              <a:tr h="15875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Module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input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Main output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Goal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0 Update Network Frequencies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Persisted config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Update network frequency list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1 Configuration Audit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Logs/ZIP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Excel + PPT + CA commands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Audit configuration and profiles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Consistency Check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PRE and POST folders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2 Excel + CC commands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Compare pre/post relations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3 Consistency Check (Bulk)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Multi-market root folder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Module 2 outputs per market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Run bulk comparison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4 Final Clean-Up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Final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Clean-up folder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Operational final clean-up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Inputs Naming Convention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Keep market log exports in a consistent structure and following the below naming convention (for both the parent folder and the zip file contining Step0 logs):</a:t>
            </a:r>
          </a:p>
          <a:p>
            <a:pPr lvl="2">
              <a:buChar char="•"/>
              <a:defRPr sz="1400"/>
            </a:pPr>
            <a:r>
              <a:t>Recommended naming convention for folders and zips: "&lt;TIMESTAMP&gt;_Step0_&lt;MARKET_ID&gt;_&lt;MARKET_NAME&gt;_&lt;PHASE&gt;"</a:t>
            </a:r>
          </a:p>
          <a:p>
            <a:pPr lvl="2">
              <a:buChar char="•"/>
              <a:defRPr sz="1400"/>
            </a:pPr>
            <a:r>
              <a:t>Example: "20260217_0500_Step0_Mkt188_Omaha_PreStep1/20260217_0500_Step0_Mkt188_Omaha_PreStep1.zip"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57200" y="3522094"/>
          <a:ext cx="8229600" cy="58293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399"/>
                <a:gridCol w="6197201"/>
              </a:tblGrid>
              <a:tr h="292100"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Naming Convention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b="1" sz="1000">
                          <a:solidFill>
                            <a:srgbClr val="FFFFFF"/>
                          </a:solidFill>
                        </a:defRPr>
                      </a:pPr>
                      <a:r>
                        <a:t>"&lt;TIMESTAMP&gt;_Step0_&lt;MARKET_ID&gt;_&lt;MARKET_NAME&gt;_&lt;PHASE&gt;/&lt;TIMESTAMP&gt;_Step0_&lt;MARKET_ID&gt;_&lt;MARKET_NAME&gt;_&lt;PHASE&gt;.zip"</a:t>
                      </a:r>
                    </a:p>
                  </a:txBody>
                  <a:tcPr>
                    <a:solidFill>
                      <a:srgbClr val="1F4E79"/>
                    </a:solidFill>
                  </a:tcPr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Example PreStep1</a:t>
                      </a:r>
                    </a:p>
                  </a:txBody>
                  <a:tcPr/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"20260217_0500_Step0_Mkt188_Omaha_PreStep1/20260217_0500_Step0_Mkt188_Omaha_PreStep1.zip"</a:t>
                      </a:r>
                    </a:p>
                  </a:txBody>
                  <a:tcPr/>
                </a:tc>
              </a:tr>
              <a:tr h="145415"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Example PostStep1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  <a:tc>
                  <a:txBody>
                    <a:bodyPr wrap="square" lIns="25400" rIns="25400" tIns="12700" bIns="12700"/>
                    <a:lstStyle/>
                    <a:p>
                      <a:pPr>
                        <a:defRPr sz="900">
                          <a:solidFill>
                            <a:srgbClr val="282828"/>
                          </a:solidFill>
                        </a:defRPr>
                      </a:pPr>
                      <a:r>
                        <a:t>"20260217_0630_Step0_Mkt188_Omaha_PostStep1/20260217_0630_Step0_Mkt188_Omaha_PostStep1.zip"</a:t>
                      </a:r>
                    </a:p>
                  </a:txBody>
                  <a:tcPr>
                    <a:solidFill>
                      <a:srgbClr val="F2F6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Operational Best Practices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Validate that PRE/POST have the same table granularity and consistent naming.</a:t>
            </a:r>
          </a:p>
          <a:p>
            <a:pPr lvl="1">
              <a:buChar char="•"/>
              <a:defRPr sz="1400"/>
            </a:pPr>
            <a:r>
              <a:t>Validate frequency inputs ("n77_ssb_pre", "n77_ssb_post", "n77b_ssb") before batch execution.</a:t>
            </a:r>
          </a:p>
          <a:p>
            <a:pPr lvl="1">
              <a:buChar char="•"/>
              <a:defRPr sz="1400"/>
            </a:pPr>
            <a:r>
              <a:t>Correctly configure allowed SSB/ARFCN lists to minimize false positives.</a:t>
            </a:r>
          </a:p>
          <a:p>
            <a:pPr lvl="1">
              <a:buChar char="•"/>
              <a:defRPr sz="1400"/>
            </a:pPr>
            <a:r>
              <a:t>Run Configuration Audit before Consistency Checks whenever possible.</a:t>
            </a:r>
          </a:p>
          <a:p>
            <a:pPr lvl="1">
              <a:buChar char="•"/>
              <a:defRPr sz="1400"/>
            </a:pPr>
            <a:r>
              <a:t>Use Bulk mode only with a controlled folder naming convention.</a:t>
            </a:r>
          </a:p>
          <a:p>
            <a:pPr lvl="1">
              <a:buChar char="•"/>
              <a:defRPr sz="1400"/>
            </a:pPr>
            <a:r>
              <a:t>Review "Summary" and "Summary_CellRelation" first, then then deep-dive into detail sheets (ConfigurationAudit) and discrepancy tabs (ConsistencyCheck).</a:t>
            </a:r>
          </a:p>
          <a:p>
            <a:pPr lvl="1">
              <a:buChar char="•"/>
              <a:defRPr sz="1400"/>
            </a:pPr>
            <a:r>
              <a:t>Consume "Correction_Cmd_CA" and "Correction_Cmd_CC" as a remediation proposal, not as blind execution.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Known limitations and considerations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1">
              <a:buChar char="•"/>
              <a:defRPr sz="1400"/>
            </a:pPr>
            <a:r>
              <a:t>The engine depends on log quality and structure: missing columns downgrade checks to "N/A".</a:t>
            </a:r>
          </a:p>
          <a:p>
            <a:pPr lvl="1">
              <a:buChar char="•"/>
              <a:defRPr sz="1400"/>
            </a:pPr>
            <a:r>
              <a:t>Some rules depend on naming conventions in references (NR/GU relation refs).</a:t>
            </a:r>
          </a:p>
          <a:p>
            <a:pPr lvl="1">
              <a:buChar char="•"/>
              <a:defRPr sz="1400"/>
            </a:pPr>
            <a:r>
              <a:t>The Final Clean-Up module is prepared to extend operation-specific policies.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Override1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2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3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4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5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ppt/theme/themeOverride6.xml><?xml version="1.0" encoding="utf-8"?>
<a:themeOverride xmlns:a="http://schemas.openxmlformats.org/drawingml/2006/main">
  <a:clrScheme name="Office">
    <a:dk1>
      <a:sysClr val="windowText" lastClr="000000"/>
    </a:dk1>
    <a:lt1>
      <a:sysClr val="window" lastClr="FFFFFF"/>
    </a:lt1>
    <a:dk2>
      <a:srgbClr val="1F497D"/>
    </a:dk2>
    <a:lt2>
      <a:srgbClr val="EEECE1"/>
    </a:lt2>
    <a:accent1>
      <a:srgbClr val="4F81BD"/>
    </a:accent1>
    <a:accent2>
      <a:srgbClr val="C0504D"/>
    </a:accent2>
    <a:accent3>
      <a:srgbClr val="9BBB59"/>
    </a:accent3>
    <a:accent4>
      <a:srgbClr val="8064A2"/>
    </a:accent4>
    <a:accent5>
      <a:srgbClr val="4BACC6"/>
    </a:accent5>
    <a:accent6>
      <a:srgbClr val="F79646"/>
    </a:accent6>
    <a:hlink>
      <a:srgbClr val="0000FF"/>
    </a:hlink>
    <a:folHlink>
      <a:srgbClr val="800080"/>
    </a:folHlink>
  </a:clrScheme>
</a:themeOverrid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69987ED4D0F3F47BA33116175D6C093" ma:contentTypeVersion="3" ma:contentTypeDescription="Create a new document." ma:contentTypeScope="" ma:versionID="b377e87a9fdb0adfbe59c8cbc16d9e06">
  <xsd:schema xmlns:xsd="http://www.w3.org/2001/XMLSchema" xmlns:xs="http://www.w3.org/2001/XMLSchema" xmlns:p="http://schemas.microsoft.com/office/2006/metadata/properties" xmlns:ns2="4d118d9b-448c-4a54-90d4-6d126d04e28f" targetNamespace="http://schemas.microsoft.com/office/2006/metadata/properties" ma:root="true" ma:fieldsID="142a0c039391e3f54e2425d6548dcea2" ns2:_="">
    <xsd:import namespace="4d118d9b-448c-4a54-90d4-6d126d04e28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d118d9b-448c-4a54-90d4-6d126d04e28f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4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4635B0D5-FB81-4068-AEC4-E15905E3EFEE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0BB2122-50FB-4777-8728-D52F7CF1AED8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C3F7911-CA70-450D-9C74-276FAE63B2A1}">
  <ds:schemaRefs>
    <ds:schemaRef ds:uri="4d118d9b-448c-4a54-90d4-6d126d04e28f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4.xml><?xml version="1.0" encoding="utf-8"?>
<ds:datastoreItem xmlns:ds="http://schemas.openxmlformats.org/officeDocument/2006/customXml" ds:itemID="{9D39D6F7-DEC6-43E0-B150-2B295957F91D}">
  <ds:schemaRefs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4" baseType="lpstr">
      <vt:lpstr>Aptos</vt:lpstr>
      <vt:lpstr>Arial</vt:lpstr>
      <vt:lpstr>Calibri</vt:lpstr>
      <vt:lpstr>Office Theme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Jaime Tur</cp:lastModifiedBy>
  <cp:revision>8</cp:revision>
  <dcterms:created xsi:type="dcterms:W3CDTF">2013-01-27T09:14:16Z</dcterms:created>
  <dcterms:modified xsi:type="dcterms:W3CDTF">2026-02-17T15:22:01Z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0x010100E69987ED4D0F3F47BA33116175D6C093</vt:lpwstr>
  </property>
</Properties>
</file>