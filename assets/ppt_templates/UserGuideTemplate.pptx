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5"/>
  </p:sldMasterIdLst>
  <p:handoutMasterIdLst>
    <p:handoutMasterId r:id="rId6"/>
  </p:handoutMaster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2060" y="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51" d="100"/>
          <a:sy n="151" d="100"/>
        </p:scale>
        <p:origin x="5909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handoutMaster" Target="handoutMasters/handoutMaster1.xml"/><Relationship Id="rId11" Type="http://schemas.microsoft.com/office/2016/11/relationships/changesInfo" Target="changesInfos/changesInfo1.xml"/><Relationship Id="rId5" Type="http://schemas.openxmlformats.org/officeDocument/2006/relationships/slideMaster" Target="slideMasters/slideMaster1.xml"/><Relationship Id="rId10" Type="http://schemas.openxmlformats.org/officeDocument/2006/relationships/tableStyles" Target="tableStyles.xml"/><Relationship Id="rId4" Type="http://schemas.openxmlformats.org/officeDocument/2006/relationships/customXml" Target="../customXml/item4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ime Tur" userId="0c147167-24ab-41cc-821f-e304fffd7c74" providerId="ADAL" clId="{96FACA42-3611-4883-8B93-19C4F783C7AC}"/>
    <pc:docChg chg="undo redo custSel addSld delSld modSld sldOrd">
      <pc:chgData name="Jaime Tur" userId="0c147167-24ab-41cc-821f-e304fffd7c74" providerId="ADAL" clId="{96FACA42-3611-4883-8B93-19C4F783C7AC}" dt="2025-11-14T18:07:26.228" v="109" actId="47"/>
      <pc:docMkLst>
        <pc:docMk/>
      </pc:docMkLst>
      <pc:sldChg chg="modSp mod">
        <pc:chgData name="Jaime Tur" userId="0c147167-24ab-41cc-821f-e304fffd7c74" providerId="ADAL" clId="{96FACA42-3611-4883-8B93-19C4F783C7AC}" dt="2025-11-14T13:39:49.344" v="7" actId="20577"/>
        <pc:sldMkLst>
          <pc:docMk/>
          <pc:sldMk cId="0" sldId="256"/>
        </pc:sldMkLst>
        <pc:spChg chg="mod">
          <ac:chgData name="Jaime Tur" userId="0c147167-24ab-41cc-821f-e304fffd7c74" providerId="ADAL" clId="{96FACA42-3611-4883-8B93-19C4F783C7AC}" dt="2025-11-14T13:39:49.344" v="7" actId="20577"/>
          <ac:spMkLst>
            <pc:docMk/>
            <pc:sldMk cId="0" sldId="256"/>
            <ac:spMk id="3" creationId="{00000000-0000-0000-0000-000000000000}"/>
          </ac:spMkLst>
        </pc:spChg>
      </pc:sldChg>
      <pc:sldChg chg="addSp delSp modSp del mod setBg setClrOvrMap">
        <pc:chgData name="Jaime Tur" userId="0c147167-24ab-41cc-821f-e304fffd7c74" providerId="ADAL" clId="{96FACA42-3611-4883-8B93-19C4F783C7AC}" dt="2025-11-14T18:03:35.578" v="61" actId="47"/>
        <pc:sldMkLst>
          <pc:docMk/>
          <pc:sldMk cId="0" sldId="257"/>
        </pc:sldMkLst>
        <pc:spChg chg="mod">
          <ac:chgData name="Jaime Tur" userId="0c147167-24ab-41cc-821f-e304fffd7c74" providerId="ADAL" clId="{96FACA42-3611-4883-8B93-19C4F783C7AC}" dt="2025-11-14T17:55:27.919" v="10" actId="26606"/>
          <ac:spMkLst>
            <pc:docMk/>
            <pc:sldMk cId="0" sldId="257"/>
            <ac:spMk id="2" creationId="{00000000-0000-0000-0000-000000000000}"/>
          </ac:spMkLst>
        </pc:spChg>
        <pc:spChg chg="del mod">
          <ac:chgData name="Jaime Tur" userId="0c147167-24ab-41cc-821f-e304fffd7c74" providerId="ADAL" clId="{96FACA42-3611-4883-8B93-19C4F783C7AC}" dt="2025-11-14T17:55:27.919" v="10" actId="26606"/>
          <ac:spMkLst>
            <pc:docMk/>
            <pc:sldMk cId="0" sldId="257"/>
            <ac:spMk id="3" creationId="{00000000-0000-0000-0000-000000000000}"/>
          </ac:spMkLst>
        </pc:spChg>
        <pc:spChg chg="add del">
          <ac:chgData name="Jaime Tur" userId="0c147167-24ab-41cc-821f-e304fffd7c74" providerId="ADAL" clId="{96FACA42-3611-4883-8B93-19C4F783C7AC}" dt="2025-11-14T18:00:11.510" v="34" actId="26606"/>
          <ac:spMkLst>
            <pc:docMk/>
            <pc:sldMk cId="0" sldId="257"/>
            <ac:spMk id="10" creationId="{B50AB553-2A96-4A92-96F2-93548E096954}"/>
          </ac:spMkLst>
        </pc:spChg>
        <pc:spChg chg="add del">
          <ac:chgData name="Jaime Tur" userId="0c147167-24ab-41cc-821f-e304fffd7c74" providerId="ADAL" clId="{96FACA42-3611-4883-8B93-19C4F783C7AC}" dt="2025-11-14T17:58:39.945" v="27" actId="26606"/>
          <ac:spMkLst>
            <pc:docMk/>
            <pc:sldMk cId="0" sldId="257"/>
            <ac:spMk id="12" creationId="{B50AB553-2A96-4A92-96F2-93548E096954}"/>
          </ac:spMkLst>
        </pc:spChg>
        <pc:spChg chg="add del">
          <ac:chgData name="Jaime Tur" userId="0c147167-24ab-41cc-821f-e304fffd7c74" providerId="ADAL" clId="{96FACA42-3611-4883-8B93-19C4F783C7AC}" dt="2025-11-14T18:01:52.135" v="40" actId="26606"/>
          <ac:spMkLst>
            <pc:docMk/>
            <pc:sldMk cId="0" sldId="257"/>
            <ac:spMk id="13" creationId="{B50AB553-2A96-4A92-96F2-93548E096954}"/>
          </ac:spMkLst>
        </pc:spChg>
        <pc:spChg chg="add del">
          <ac:chgData name="Jaime Tur" userId="0c147167-24ab-41cc-821f-e304fffd7c74" providerId="ADAL" clId="{96FACA42-3611-4883-8B93-19C4F783C7AC}" dt="2025-11-14T18:00:00.210" v="29" actId="26606"/>
          <ac:spMkLst>
            <pc:docMk/>
            <pc:sldMk cId="0" sldId="257"/>
            <ac:spMk id="14" creationId="{B50AB553-2A96-4A92-96F2-93548E096954}"/>
          </ac:spMkLst>
        </pc:spChg>
        <pc:spChg chg="add del">
          <ac:chgData name="Jaime Tur" userId="0c147167-24ab-41cc-821f-e304fffd7c74" providerId="ADAL" clId="{96FACA42-3611-4883-8B93-19C4F783C7AC}" dt="2025-11-14T17:56:59.071" v="20" actId="26606"/>
          <ac:spMkLst>
            <pc:docMk/>
            <pc:sldMk cId="0" sldId="257"/>
            <ac:spMk id="15" creationId="{B50AB553-2A96-4A92-96F2-93548E096954}"/>
          </ac:spMkLst>
        </pc:spChg>
        <pc:spChg chg="add del">
          <ac:chgData name="Jaime Tur" userId="0c147167-24ab-41cc-821f-e304fffd7c74" providerId="ADAL" clId="{96FACA42-3611-4883-8B93-19C4F783C7AC}" dt="2025-11-14T18:00:06.056" v="31" actId="26606"/>
          <ac:spMkLst>
            <pc:docMk/>
            <pc:sldMk cId="0" sldId="257"/>
            <ac:spMk id="16" creationId="{B50AB553-2A96-4A92-96F2-93548E096954}"/>
          </ac:spMkLst>
        </pc:spChg>
        <pc:spChg chg="add del">
          <ac:chgData name="Jaime Tur" userId="0c147167-24ab-41cc-821f-e304fffd7c74" providerId="ADAL" clId="{96FACA42-3611-4883-8B93-19C4F783C7AC}" dt="2025-11-14T18:02:26.976" v="45" actId="26606"/>
          <ac:spMkLst>
            <pc:docMk/>
            <pc:sldMk cId="0" sldId="257"/>
            <ac:spMk id="18" creationId="{B50AB553-2A96-4A92-96F2-93548E096954}"/>
          </ac:spMkLst>
        </pc:spChg>
        <pc:spChg chg="add">
          <ac:chgData name="Jaime Tur" userId="0c147167-24ab-41cc-821f-e304fffd7c74" providerId="ADAL" clId="{96FACA42-3611-4883-8B93-19C4F783C7AC}" dt="2025-11-14T18:02:26.976" v="45" actId="26606"/>
          <ac:spMkLst>
            <pc:docMk/>
            <pc:sldMk cId="0" sldId="257"/>
            <ac:spMk id="23" creationId="{B50AB553-2A96-4A92-96F2-93548E096954}"/>
          </ac:spMkLst>
        </pc:spChg>
        <pc:graphicFrameChg chg="add mod modGraphic">
          <ac:chgData name="Jaime Tur" userId="0c147167-24ab-41cc-821f-e304fffd7c74" providerId="ADAL" clId="{96FACA42-3611-4883-8B93-19C4F783C7AC}" dt="2025-11-14T18:02:41.801" v="46" actId="404"/>
          <ac:graphicFrameMkLst>
            <pc:docMk/>
            <pc:sldMk cId="0" sldId="257"/>
            <ac:graphicFrameMk id="5" creationId="{0120DC20-DF02-0DDE-F000-746C7BCFEA13}"/>
          </ac:graphicFrameMkLst>
        </pc:graphicFrameChg>
        <pc:picChg chg="add mod">
          <ac:chgData name="Jaime Tur" userId="0c147167-24ab-41cc-821f-e304fffd7c74" providerId="ADAL" clId="{96FACA42-3611-4883-8B93-19C4F783C7AC}" dt="2025-11-14T18:00:11.510" v="34" actId="26606"/>
          <ac:picMkLst>
            <pc:docMk/>
            <pc:sldMk cId="0" sldId="257"/>
            <ac:picMk id="6" creationId="{0FF492E2-580F-609C-6AE6-BE9CFDB78534}"/>
          </ac:picMkLst>
        </pc:picChg>
      </pc:sldChg>
      <pc:sldChg chg="addSp delSp modSp del mod setBg">
        <pc:chgData name="Jaime Tur" userId="0c147167-24ab-41cc-821f-e304fffd7c74" providerId="ADAL" clId="{96FACA42-3611-4883-8B93-19C4F783C7AC}" dt="2025-11-14T18:04:24.677" v="69" actId="47"/>
        <pc:sldMkLst>
          <pc:docMk/>
          <pc:sldMk cId="0" sldId="258"/>
        </pc:sldMkLst>
        <pc:spChg chg="mod">
          <ac:chgData name="Jaime Tur" userId="0c147167-24ab-41cc-821f-e304fffd7c74" providerId="ADAL" clId="{96FACA42-3611-4883-8B93-19C4F783C7AC}" dt="2025-11-14T17:55:47.305" v="11" actId="26606"/>
          <ac:spMkLst>
            <pc:docMk/>
            <pc:sldMk cId="0" sldId="258"/>
            <ac:spMk id="2" creationId="{00000000-0000-0000-0000-000000000000}"/>
          </ac:spMkLst>
        </pc:spChg>
        <pc:spChg chg="del mod">
          <ac:chgData name="Jaime Tur" userId="0c147167-24ab-41cc-821f-e304fffd7c74" providerId="ADAL" clId="{96FACA42-3611-4883-8B93-19C4F783C7AC}" dt="2025-11-14T17:55:47.305" v="11" actId="26606"/>
          <ac:spMkLst>
            <pc:docMk/>
            <pc:sldMk cId="0" sldId="258"/>
            <ac:spMk id="3" creationId="{00000000-0000-0000-0000-000000000000}"/>
          </ac:spMkLst>
        </pc:spChg>
        <pc:spChg chg="add del">
          <ac:chgData name="Jaime Tur" userId="0c147167-24ab-41cc-821f-e304fffd7c74" providerId="ADAL" clId="{96FACA42-3611-4883-8B93-19C4F783C7AC}" dt="2025-11-14T17:58:13.848" v="25" actId="26606"/>
          <ac:spMkLst>
            <pc:docMk/>
            <pc:sldMk cId="0" sldId="258"/>
            <ac:spMk id="10" creationId="{B50AB553-2A96-4A92-96F2-93548E096954}"/>
          </ac:spMkLst>
        </pc:spChg>
        <pc:spChg chg="add del">
          <ac:chgData name="Jaime Tur" userId="0c147167-24ab-41cc-821f-e304fffd7c74" providerId="ADAL" clId="{96FACA42-3611-4883-8B93-19C4F783C7AC}" dt="2025-11-14T17:58:13.848" v="25" actId="26606"/>
          <ac:spMkLst>
            <pc:docMk/>
            <pc:sldMk cId="0" sldId="258"/>
            <ac:spMk id="15" creationId="{B50AB553-2A96-4A92-96F2-93548E096954}"/>
          </ac:spMkLst>
        </pc:spChg>
        <pc:graphicFrameChg chg="add mod modGraphic">
          <ac:chgData name="Jaime Tur" userId="0c147167-24ab-41cc-821f-e304fffd7c74" providerId="ADAL" clId="{96FACA42-3611-4883-8B93-19C4F783C7AC}" dt="2025-11-14T17:58:13.848" v="25" actId="26606"/>
          <ac:graphicFrameMkLst>
            <pc:docMk/>
            <pc:sldMk cId="0" sldId="258"/>
            <ac:graphicFrameMk id="5" creationId="{5C4B6F90-19D3-CB19-5293-046AF8A0F9DA}"/>
          </ac:graphicFrameMkLst>
        </pc:graphicFrameChg>
        <pc:picChg chg="add mod">
          <ac:chgData name="Jaime Tur" userId="0c147167-24ab-41cc-821f-e304fffd7c74" providerId="ADAL" clId="{96FACA42-3611-4883-8B93-19C4F783C7AC}" dt="2025-11-14T17:58:13.848" v="25" actId="26606"/>
          <ac:picMkLst>
            <pc:docMk/>
            <pc:sldMk cId="0" sldId="258"/>
            <ac:picMk id="6" creationId="{42346672-8335-584F-26D2-08A72AE21F55}"/>
          </ac:picMkLst>
        </pc:picChg>
      </pc:sldChg>
      <pc:sldChg chg="addSp delSp modSp mod ord setBg addAnim">
        <pc:chgData name="Jaime Tur" userId="0c147167-24ab-41cc-821f-e304fffd7c74" providerId="ADAL" clId="{96FACA42-3611-4883-8B93-19C4F783C7AC}" dt="2025-11-14T18:07:15.369" v="107"/>
        <pc:sldMkLst>
          <pc:docMk/>
          <pc:sldMk cId="0" sldId="259"/>
        </pc:sldMkLst>
        <pc:spChg chg="mod">
          <ac:chgData name="Jaime Tur" userId="0c147167-24ab-41cc-821f-e304fffd7c74" providerId="ADAL" clId="{96FACA42-3611-4883-8B93-19C4F783C7AC}" dt="2025-11-14T18:03:18.132" v="58" actId="20577"/>
          <ac:spMkLst>
            <pc:docMk/>
            <pc:sldMk cId="0" sldId="259"/>
            <ac:spMk id="2" creationId="{00000000-0000-0000-0000-000000000000}"/>
          </ac:spMkLst>
        </pc:spChg>
        <pc:spChg chg="del mod">
          <ac:chgData name="Jaime Tur" userId="0c147167-24ab-41cc-821f-e304fffd7c74" providerId="ADAL" clId="{96FACA42-3611-4883-8B93-19C4F783C7AC}" dt="2025-11-14T18:03:30.572" v="60"/>
          <ac:spMkLst>
            <pc:docMk/>
            <pc:sldMk cId="0" sldId="259"/>
            <ac:spMk id="3" creationId="{00000000-0000-0000-0000-000000000000}"/>
          </ac:spMkLst>
        </pc:spChg>
        <pc:spChg chg="add del">
          <ac:chgData name="Jaime Tur" userId="0c147167-24ab-41cc-821f-e304fffd7c74" providerId="ADAL" clId="{96FACA42-3611-4883-8B93-19C4F783C7AC}" dt="2025-11-14T18:01:31.117" v="39" actId="26606"/>
          <ac:spMkLst>
            <pc:docMk/>
            <pc:sldMk cId="0" sldId="259"/>
            <ac:spMk id="8" creationId="{1BB867FF-FC45-48F7-8104-F89BE54909F1}"/>
          </ac:spMkLst>
        </pc:spChg>
        <pc:spChg chg="add del">
          <ac:chgData name="Jaime Tur" userId="0c147167-24ab-41cc-821f-e304fffd7c74" providerId="ADAL" clId="{96FACA42-3611-4883-8B93-19C4F783C7AC}" dt="2025-11-14T18:01:31.117" v="39" actId="26606"/>
          <ac:spMkLst>
            <pc:docMk/>
            <pc:sldMk cId="0" sldId="259"/>
            <ac:spMk id="10" creationId="{8BB56887-D0D5-4F0C-9E19-7247EB83C8B7}"/>
          </ac:spMkLst>
        </pc:spChg>
        <pc:spChg chg="add del">
          <ac:chgData name="Jaime Tur" userId="0c147167-24ab-41cc-821f-e304fffd7c74" providerId="ADAL" clId="{96FACA42-3611-4883-8B93-19C4F783C7AC}" dt="2025-11-14T18:01:31.117" v="39" actId="26606"/>
          <ac:spMkLst>
            <pc:docMk/>
            <pc:sldMk cId="0" sldId="259"/>
            <ac:spMk id="12" creationId="{081E4A58-353D-44AE-B2FC-2A74E2E400F7}"/>
          </ac:spMkLst>
        </pc:spChg>
        <pc:spChg chg="add">
          <ac:chgData name="Jaime Tur" userId="0c147167-24ab-41cc-821f-e304fffd7c74" providerId="ADAL" clId="{96FACA42-3611-4883-8B93-19C4F783C7AC}" dt="2025-11-14T18:01:31.117" v="39" actId="26606"/>
          <ac:spMkLst>
            <pc:docMk/>
            <pc:sldMk cId="0" sldId="259"/>
            <ac:spMk id="17" creationId="{100EDD19-6802-4EC3-95CE-CFFAB042CFD6}"/>
          </ac:spMkLst>
        </pc:spChg>
        <pc:spChg chg="add">
          <ac:chgData name="Jaime Tur" userId="0c147167-24ab-41cc-821f-e304fffd7c74" providerId="ADAL" clId="{96FACA42-3611-4883-8B93-19C4F783C7AC}" dt="2025-11-14T18:01:31.117" v="39" actId="26606"/>
          <ac:spMkLst>
            <pc:docMk/>
            <pc:sldMk cId="0" sldId="259"/>
            <ac:spMk id="19" creationId="{DB17E863-922E-4C26-BD64-E8FD41D28661}"/>
          </ac:spMkLst>
        </pc:spChg>
        <pc:graphicFrameChg chg="add mod">
          <ac:chgData name="Jaime Tur" userId="0c147167-24ab-41cc-821f-e304fffd7c74" providerId="ADAL" clId="{96FACA42-3611-4883-8B93-19C4F783C7AC}" dt="2025-11-14T18:07:15.369" v="107"/>
          <ac:graphicFrameMkLst>
            <pc:docMk/>
            <pc:sldMk cId="0" sldId="259"/>
            <ac:graphicFrameMk id="4" creationId="{9B56F6FC-05EB-E069-9007-8843E01A0B22}"/>
          </ac:graphicFrameMkLst>
        </pc:graphicFrameChg>
      </pc:sldChg>
      <pc:sldChg chg="addSp delSp modSp del mod setBg delDesignElem">
        <pc:chgData name="Jaime Tur" userId="0c147167-24ab-41cc-821f-e304fffd7c74" providerId="ADAL" clId="{96FACA42-3611-4883-8B93-19C4F783C7AC}" dt="2025-11-14T18:05:50.019" v="90" actId="47"/>
        <pc:sldMkLst>
          <pc:docMk/>
          <pc:sldMk cId="0" sldId="260"/>
        </pc:sldMkLst>
        <pc:spChg chg="mod">
          <ac:chgData name="Jaime Tur" userId="0c147167-24ab-41cc-821f-e304fffd7c74" providerId="ADAL" clId="{96FACA42-3611-4883-8B93-19C4F783C7AC}" dt="2025-11-14T17:55:53.481" v="12" actId="26606"/>
          <ac:spMkLst>
            <pc:docMk/>
            <pc:sldMk cId="0" sldId="260"/>
            <ac:spMk id="2" creationId="{00000000-0000-0000-0000-000000000000}"/>
          </ac:spMkLst>
        </pc:spChg>
        <pc:spChg chg="del">
          <ac:chgData name="Jaime Tur" userId="0c147167-24ab-41cc-821f-e304fffd7c74" providerId="ADAL" clId="{96FACA42-3611-4883-8B93-19C4F783C7AC}" dt="2025-11-14T17:55:53.481" v="12" actId="26606"/>
          <ac:spMkLst>
            <pc:docMk/>
            <pc:sldMk cId="0" sldId="260"/>
            <ac:spMk id="3" creationId="{00000000-0000-0000-0000-000000000000}"/>
          </ac:spMkLst>
        </pc:spChg>
        <pc:spChg chg="add del">
          <ac:chgData name="Jaime Tur" userId="0c147167-24ab-41cc-821f-e304fffd7c74" providerId="ADAL" clId="{96FACA42-3611-4883-8B93-19C4F783C7AC}" dt="2025-11-14T17:58:00.486" v="24"/>
          <ac:spMkLst>
            <pc:docMk/>
            <pc:sldMk cId="0" sldId="260"/>
            <ac:spMk id="10" creationId="{B50AB553-2A96-4A92-96F2-93548E096954}"/>
          </ac:spMkLst>
        </pc:spChg>
        <pc:graphicFrameChg chg="add">
          <ac:chgData name="Jaime Tur" userId="0c147167-24ab-41cc-821f-e304fffd7c74" providerId="ADAL" clId="{96FACA42-3611-4883-8B93-19C4F783C7AC}" dt="2025-11-14T17:55:53.481" v="12" actId="26606"/>
          <ac:graphicFrameMkLst>
            <pc:docMk/>
            <pc:sldMk cId="0" sldId="260"/>
            <ac:graphicFrameMk id="5" creationId="{D6FBAF62-2E68-5AA6-3611-2B6B35E8AAFC}"/>
          </ac:graphicFrameMkLst>
        </pc:graphicFrameChg>
        <pc:picChg chg="add">
          <ac:chgData name="Jaime Tur" userId="0c147167-24ab-41cc-821f-e304fffd7c74" providerId="ADAL" clId="{96FACA42-3611-4883-8B93-19C4F783C7AC}" dt="2025-11-14T17:55:53.481" v="12" actId="26606"/>
          <ac:picMkLst>
            <pc:docMk/>
            <pc:sldMk cId="0" sldId="260"/>
            <ac:picMk id="6" creationId="{13E47EFC-D452-71A4-8F1B-26D8A2984F1A}"/>
          </ac:picMkLst>
        </pc:picChg>
      </pc:sldChg>
      <pc:sldChg chg="addSp delSp modSp mod setBg addAnim">
        <pc:chgData name="Jaime Tur" userId="0c147167-24ab-41cc-821f-e304fffd7c74" providerId="ADAL" clId="{96FACA42-3611-4883-8B93-19C4F783C7AC}" dt="2025-11-14T18:01:25.854" v="38" actId="26606"/>
        <pc:sldMkLst>
          <pc:docMk/>
          <pc:sldMk cId="0" sldId="261"/>
        </pc:sldMkLst>
        <pc:spChg chg="mod">
          <ac:chgData name="Jaime Tur" userId="0c147167-24ab-41cc-821f-e304fffd7c74" providerId="ADAL" clId="{96FACA42-3611-4883-8B93-19C4F783C7AC}" dt="2025-11-14T18:01:25.854" v="38" actId="26606"/>
          <ac:spMkLst>
            <pc:docMk/>
            <pc:sldMk cId="0" sldId="261"/>
            <ac:spMk id="2" creationId="{00000000-0000-0000-0000-000000000000}"/>
          </ac:spMkLst>
        </pc:spChg>
        <pc:spChg chg="mod">
          <ac:chgData name="Jaime Tur" userId="0c147167-24ab-41cc-821f-e304fffd7c74" providerId="ADAL" clId="{96FACA42-3611-4883-8B93-19C4F783C7AC}" dt="2025-11-14T18:01:25.854" v="38" actId="26606"/>
          <ac:spMkLst>
            <pc:docMk/>
            <pc:sldMk cId="0" sldId="261"/>
            <ac:spMk id="3" creationId="{00000000-0000-0000-0000-000000000000}"/>
          </ac:spMkLst>
        </pc:spChg>
        <pc:spChg chg="add del">
          <ac:chgData name="Jaime Tur" userId="0c147167-24ab-41cc-821f-e304fffd7c74" providerId="ADAL" clId="{96FACA42-3611-4883-8B93-19C4F783C7AC}" dt="2025-11-14T18:01:25.854" v="38" actId="26606"/>
          <ac:spMkLst>
            <pc:docMk/>
            <pc:sldMk cId="0" sldId="261"/>
            <ac:spMk id="8" creationId="{1BB867FF-FC45-48F7-8104-F89BE54909F1}"/>
          </ac:spMkLst>
        </pc:spChg>
        <pc:spChg chg="add del">
          <ac:chgData name="Jaime Tur" userId="0c147167-24ab-41cc-821f-e304fffd7c74" providerId="ADAL" clId="{96FACA42-3611-4883-8B93-19C4F783C7AC}" dt="2025-11-14T18:01:25.854" v="38" actId="26606"/>
          <ac:spMkLst>
            <pc:docMk/>
            <pc:sldMk cId="0" sldId="261"/>
            <ac:spMk id="10" creationId="{8BB56887-D0D5-4F0C-9E19-7247EB83C8B7}"/>
          </ac:spMkLst>
        </pc:spChg>
        <pc:spChg chg="add del">
          <ac:chgData name="Jaime Tur" userId="0c147167-24ab-41cc-821f-e304fffd7c74" providerId="ADAL" clId="{96FACA42-3611-4883-8B93-19C4F783C7AC}" dt="2025-11-14T18:01:25.854" v="38" actId="26606"/>
          <ac:spMkLst>
            <pc:docMk/>
            <pc:sldMk cId="0" sldId="261"/>
            <ac:spMk id="12" creationId="{081E4A58-353D-44AE-B2FC-2A74E2E400F7}"/>
          </ac:spMkLst>
        </pc:spChg>
        <pc:spChg chg="add del">
          <ac:chgData name="Jaime Tur" userId="0c147167-24ab-41cc-821f-e304fffd7c74" providerId="ADAL" clId="{96FACA42-3611-4883-8B93-19C4F783C7AC}" dt="2025-11-14T18:01:25.843" v="37" actId="26606"/>
          <ac:spMkLst>
            <pc:docMk/>
            <pc:sldMk cId="0" sldId="261"/>
            <ac:spMk id="17" creationId="{943CAA20-3569-4189-9E48-239A229A86CA}"/>
          </ac:spMkLst>
        </pc:spChg>
        <pc:spChg chg="add del">
          <ac:chgData name="Jaime Tur" userId="0c147167-24ab-41cc-821f-e304fffd7c74" providerId="ADAL" clId="{96FACA42-3611-4883-8B93-19C4F783C7AC}" dt="2025-11-14T18:01:25.843" v="37" actId="26606"/>
          <ac:spMkLst>
            <pc:docMk/>
            <pc:sldMk cId="0" sldId="261"/>
            <ac:spMk id="19" creationId="{DA542B6D-E775-4832-91DC-2D20F857813A}"/>
          </ac:spMkLst>
        </pc:spChg>
        <pc:spChg chg="add">
          <ac:chgData name="Jaime Tur" userId="0c147167-24ab-41cc-821f-e304fffd7c74" providerId="ADAL" clId="{96FACA42-3611-4883-8B93-19C4F783C7AC}" dt="2025-11-14T18:01:25.854" v="38" actId="26606"/>
          <ac:spMkLst>
            <pc:docMk/>
            <pc:sldMk cId="0" sldId="261"/>
            <ac:spMk id="21" creationId="{100EDD19-6802-4EC3-95CE-CFFAB042CFD6}"/>
          </ac:spMkLst>
        </pc:spChg>
        <pc:spChg chg="add">
          <ac:chgData name="Jaime Tur" userId="0c147167-24ab-41cc-821f-e304fffd7c74" providerId="ADAL" clId="{96FACA42-3611-4883-8B93-19C4F783C7AC}" dt="2025-11-14T18:01:25.854" v="38" actId="26606"/>
          <ac:spMkLst>
            <pc:docMk/>
            <pc:sldMk cId="0" sldId="261"/>
            <ac:spMk id="22" creationId="{DB17E863-922E-4C26-BD64-E8FD41D28661}"/>
          </ac:spMkLst>
        </pc:spChg>
      </pc:sldChg>
      <pc:sldChg chg="addSp delSp modSp add del mod setBg">
        <pc:chgData name="Jaime Tur" userId="0c147167-24ab-41cc-821f-e304fffd7c74" providerId="ADAL" clId="{96FACA42-3611-4883-8B93-19C4F783C7AC}" dt="2025-11-14T18:07:26.228" v="109" actId="47"/>
        <pc:sldMkLst>
          <pc:docMk/>
          <pc:sldMk cId="0" sldId="262"/>
        </pc:sldMkLst>
        <pc:spChg chg="mod">
          <ac:chgData name="Jaime Tur" userId="0c147167-24ab-41cc-821f-e304fffd7c74" providerId="ADAL" clId="{96FACA42-3611-4883-8B93-19C4F783C7AC}" dt="2025-11-14T17:55:58.851" v="13" actId="26606"/>
          <ac:spMkLst>
            <pc:docMk/>
            <pc:sldMk cId="0" sldId="262"/>
            <ac:spMk id="2" creationId="{00000000-0000-0000-0000-000000000000}"/>
          </ac:spMkLst>
        </pc:spChg>
        <pc:spChg chg="del">
          <ac:chgData name="Jaime Tur" userId="0c147167-24ab-41cc-821f-e304fffd7c74" providerId="ADAL" clId="{96FACA42-3611-4883-8B93-19C4F783C7AC}" dt="2025-11-14T17:55:58.851" v="13" actId="26606"/>
          <ac:spMkLst>
            <pc:docMk/>
            <pc:sldMk cId="0" sldId="262"/>
            <ac:spMk id="3" creationId="{00000000-0000-0000-0000-000000000000}"/>
          </ac:spMkLst>
        </pc:spChg>
        <pc:spChg chg="add">
          <ac:chgData name="Jaime Tur" userId="0c147167-24ab-41cc-821f-e304fffd7c74" providerId="ADAL" clId="{96FACA42-3611-4883-8B93-19C4F783C7AC}" dt="2025-11-14T17:55:58.851" v="13" actId="26606"/>
          <ac:spMkLst>
            <pc:docMk/>
            <pc:sldMk cId="0" sldId="262"/>
            <ac:spMk id="10" creationId="{B50AB553-2A96-4A92-96F2-93548E096954}"/>
          </ac:spMkLst>
        </pc:spChg>
        <pc:graphicFrameChg chg="add">
          <ac:chgData name="Jaime Tur" userId="0c147167-24ab-41cc-821f-e304fffd7c74" providerId="ADAL" clId="{96FACA42-3611-4883-8B93-19C4F783C7AC}" dt="2025-11-14T17:55:58.851" v="13" actId="26606"/>
          <ac:graphicFrameMkLst>
            <pc:docMk/>
            <pc:sldMk cId="0" sldId="262"/>
            <ac:graphicFrameMk id="5" creationId="{5B27CA4B-77CB-B70F-97B4-B8F65A097F95}"/>
          </ac:graphicFrameMkLst>
        </pc:graphicFrameChg>
        <pc:picChg chg="add">
          <ac:chgData name="Jaime Tur" userId="0c147167-24ab-41cc-821f-e304fffd7c74" providerId="ADAL" clId="{96FACA42-3611-4883-8B93-19C4F783C7AC}" dt="2025-11-14T17:55:58.851" v="13" actId="26606"/>
          <ac:picMkLst>
            <pc:docMk/>
            <pc:sldMk cId="0" sldId="262"/>
            <ac:picMk id="6" creationId="{8003957F-A030-8845-B8FE-76EC1661EBA0}"/>
          </ac:picMkLst>
        </pc:picChg>
      </pc:sldChg>
      <pc:sldChg chg="addSp delSp modSp mod setBg">
        <pc:chgData name="Jaime Tur" userId="0c147167-24ab-41cc-821f-e304fffd7c74" providerId="ADAL" clId="{96FACA42-3611-4883-8B93-19C4F783C7AC}" dt="2025-11-14T18:01:05.897" v="35" actId="26606"/>
        <pc:sldMkLst>
          <pc:docMk/>
          <pc:sldMk cId="0" sldId="263"/>
        </pc:sldMkLst>
        <pc:spChg chg="mod">
          <ac:chgData name="Jaime Tur" userId="0c147167-24ab-41cc-821f-e304fffd7c74" providerId="ADAL" clId="{96FACA42-3611-4883-8B93-19C4F783C7AC}" dt="2025-11-14T18:01:05.897" v="35" actId="26606"/>
          <ac:spMkLst>
            <pc:docMk/>
            <pc:sldMk cId="0" sldId="263"/>
            <ac:spMk id="2" creationId="{00000000-0000-0000-0000-000000000000}"/>
          </ac:spMkLst>
        </pc:spChg>
        <pc:spChg chg="mod">
          <ac:chgData name="Jaime Tur" userId="0c147167-24ab-41cc-821f-e304fffd7c74" providerId="ADAL" clId="{96FACA42-3611-4883-8B93-19C4F783C7AC}" dt="2025-11-14T18:01:05.897" v="35" actId="26606"/>
          <ac:spMkLst>
            <pc:docMk/>
            <pc:sldMk cId="0" sldId="263"/>
            <ac:spMk id="3" creationId="{00000000-0000-0000-0000-000000000000}"/>
          </ac:spMkLst>
        </pc:spChg>
        <pc:spChg chg="add del">
          <ac:chgData name="Jaime Tur" userId="0c147167-24ab-41cc-821f-e304fffd7c74" providerId="ADAL" clId="{96FACA42-3611-4883-8B93-19C4F783C7AC}" dt="2025-11-14T18:01:05.897" v="35" actId="26606"/>
          <ac:spMkLst>
            <pc:docMk/>
            <pc:sldMk cId="0" sldId="263"/>
            <ac:spMk id="8" creationId="{1BB867FF-FC45-48F7-8104-F89BE54909F1}"/>
          </ac:spMkLst>
        </pc:spChg>
        <pc:spChg chg="add del">
          <ac:chgData name="Jaime Tur" userId="0c147167-24ab-41cc-821f-e304fffd7c74" providerId="ADAL" clId="{96FACA42-3611-4883-8B93-19C4F783C7AC}" dt="2025-11-14T18:01:05.897" v="35" actId="26606"/>
          <ac:spMkLst>
            <pc:docMk/>
            <pc:sldMk cId="0" sldId="263"/>
            <ac:spMk id="10" creationId="{8BB56887-D0D5-4F0C-9E19-7247EB83C8B7}"/>
          </ac:spMkLst>
        </pc:spChg>
        <pc:spChg chg="add del">
          <ac:chgData name="Jaime Tur" userId="0c147167-24ab-41cc-821f-e304fffd7c74" providerId="ADAL" clId="{96FACA42-3611-4883-8B93-19C4F783C7AC}" dt="2025-11-14T18:01:05.897" v="35" actId="26606"/>
          <ac:spMkLst>
            <pc:docMk/>
            <pc:sldMk cId="0" sldId="263"/>
            <ac:spMk id="12" creationId="{081E4A58-353D-44AE-B2FC-2A74E2E400F7}"/>
          </ac:spMkLst>
        </pc:spChg>
        <pc:spChg chg="add">
          <ac:chgData name="Jaime Tur" userId="0c147167-24ab-41cc-821f-e304fffd7c74" providerId="ADAL" clId="{96FACA42-3611-4883-8B93-19C4F783C7AC}" dt="2025-11-14T18:01:05.897" v="35" actId="26606"/>
          <ac:spMkLst>
            <pc:docMk/>
            <pc:sldMk cId="0" sldId="263"/>
            <ac:spMk id="17" creationId="{100EDD19-6802-4EC3-95CE-CFFAB042CFD6}"/>
          </ac:spMkLst>
        </pc:spChg>
        <pc:spChg chg="add">
          <ac:chgData name="Jaime Tur" userId="0c147167-24ab-41cc-821f-e304fffd7c74" providerId="ADAL" clId="{96FACA42-3611-4883-8B93-19C4F783C7AC}" dt="2025-11-14T18:01:05.897" v="35" actId="26606"/>
          <ac:spMkLst>
            <pc:docMk/>
            <pc:sldMk cId="0" sldId="263"/>
            <ac:spMk id="19" creationId="{DB17E863-922E-4C26-BD64-E8FD41D28661}"/>
          </ac:spMkLst>
        </pc:spChg>
      </pc:sldChg>
      <pc:sldChg chg="addSp delSp modSp add mod">
        <pc:chgData name="Jaime Tur" userId="0c147167-24ab-41cc-821f-e304fffd7c74" providerId="ADAL" clId="{96FACA42-3611-4883-8B93-19C4F783C7AC}" dt="2025-11-14T18:04:14.203" v="68"/>
        <pc:sldMkLst>
          <pc:docMk/>
          <pc:sldMk cId="1233346370" sldId="264"/>
        </pc:sldMkLst>
        <pc:spChg chg="mod">
          <ac:chgData name="Jaime Tur" userId="0c147167-24ab-41cc-821f-e304fffd7c74" providerId="ADAL" clId="{96FACA42-3611-4883-8B93-19C4F783C7AC}" dt="2025-11-14T18:03:50.378" v="63"/>
          <ac:spMkLst>
            <pc:docMk/>
            <pc:sldMk cId="1233346370" sldId="264"/>
            <ac:spMk id="2" creationId="{71C92489-1615-4D57-43B5-5E08DF475047}"/>
          </ac:spMkLst>
        </pc:spChg>
        <pc:spChg chg="del">
          <ac:chgData name="Jaime Tur" userId="0c147167-24ab-41cc-821f-e304fffd7c74" providerId="ADAL" clId="{96FACA42-3611-4883-8B93-19C4F783C7AC}" dt="2025-11-14T18:04:01.600" v="64" actId="478"/>
          <ac:spMkLst>
            <pc:docMk/>
            <pc:sldMk cId="1233346370" sldId="264"/>
            <ac:spMk id="3" creationId="{3D5689A9-CFD7-4243-D490-5B60600161EB}"/>
          </ac:spMkLst>
        </pc:spChg>
        <pc:spChg chg="add del mod">
          <ac:chgData name="Jaime Tur" userId="0c147167-24ab-41cc-821f-e304fffd7c74" providerId="ADAL" clId="{96FACA42-3611-4883-8B93-19C4F783C7AC}" dt="2025-11-14T18:04:13.198" v="67" actId="478"/>
          <ac:spMkLst>
            <pc:docMk/>
            <pc:sldMk cId="1233346370" sldId="264"/>
            <ac:spMk id="5" creationId="{0EBA4DA5-2281-4E1D-75B0-CEF5A8B0D08B}"/>
          </ac:spMkLst>
        </pc:spChg>
        <pc:graphicFrameChg chg="add mod">
          <ac:chgData name="Jaime Tur" userId="0c147167-24ab-41cc-821f-e304fffd7c74" providerId="ADAL" clId="{96FACA42-3611-4883-8B93-19C4F783C7AC}" dt="2025-11-14T18:04:08.863" v="66"/>
          <ac:graphicFrameMkLst>
            <pc:docMk/>
            <pc:sldMk cId="1233346370" sldId="264"/>
            <ac:graphicFrameMk id="6" creationId="{BEEA9A67-963E-AE26-497E-B095D3DF647B}"/>
          </ac:graphicFrameMkLst>
        </pc:graphicFrameChg>
        <pc:graphicFrameChg chg="add mod">
          <ac:chgData name="Jaime Tur" userId="0c147167-24ab-41cc-821f-e304fffd7c74" providerId="ADAL" clId="{96FACA42-3611-4883-8B93-19C4F783C7AC}" dt="2025-11-14T18:04:14.203" v="68"/>
          <ac:graphicFrameMkLst>
            <pc:docMk/>
            <pc:sldMk cId="1233346370" sldId="264"/>
            <ac:graphicFrameMk id="7" creationId="{1A639F29-48DF-59A8-5899-535A4C880E2A}"/>
          </ac:graphicFrameMkLst>
        </pc:graphicFrameChg>
      </pc:sldChg>
      <pc:sldChg chg="add">
        <pc:chgData name="Jaime Tur" userId="0c147167-24ab-41cc-821f-e304fffd7c74" providerId="ADAL" clId="{96FACA42-3611-4883-8B93-19C4F783C7AC}" dt="2025-11-14T18:03:43.752" v="62" actId="2890"/>
        <pc:sldMkLst>
          <pc:docMk/>
          <pc:sldMk cId="2426699377" sldId="265"/>
        </pc:sldMkLst>
      </pc:sldChg>
      <pc:sldChg chg="addSp delSp modSp add del mod setBg delDesignElem">
        <pc:chgData name="Jaime Tur" userId="0c147167-24ab-41cc-821f-e304fffd7c74" providerId="ADAL" clId="{96FACA42-3611-4883-8B93-19C4F783C7AC}" dt="2025-11-14T18:05:21.513" v="83" actId="47"/>
        <pc:sldMkLst>
          <pc:docMk/>
          <pc:sldMk cId="1375192382" sldId="266"/>
        </pc:sldMkLst>
        <pc:spChg chg="mod">
          <ac:chgData name="Jaime Tur" userId="0c147167-24ab-41cc-821f-e304fffd7c74" providerId="ADAL" clId="{96FACA42-3611-4883-8B93-19C4F783C7AC}" dt="2025-11-14T18:04:40.151" v="72"/>
          <ac:spMkLst>
            <pc:docMk/>
            <pc:sldMk cId="1375192382" sldId="266"/>
            <ac:spMk id="2" creationId="{1BAA8637-8F4D-5329-1120-8C434F6D0C49}"/>
          </ac:spMkLst>
        </pc:spChg>
        <pc:spChg chg="add del mod">
          <ac:chgData name="Jaime Tur" userId="0c147167-24ab-41cc-821f-e304fffd7c74" providerId="ADAL" clId="{96FACA42-3611-4883-8B93-19C4F783C7AC}" dt="2025-11-14T18:05:01.023" v="77" actId="478"/>
          <ac:spMkLst>
            <pc:docMk/>
            <pc:sldMk cId="1375192382" sldId="266"/>
            <ac:spMk id="4" creationId="{EF0DE79A-C556-154F-A26B-EF53BBD8B119}"/>
          </ac:spMkLst>
        </pc:spChg>
        <pc:spChg chg="add del">
          <ac:chgData name="Jaime Tur" userId="0c147167-24ab-41cc-821f-e304fffd7c74" providerId="ADAL" clId="{96FACA42-3611-4883-8B93-19C4F783C7AC}" dt="2025-11-14T18:05:09.258" v="79"/>
          <ac:spMkLst>
            <pc:docMk/>
            <pc:sldMk cId="1375192382" sldId="266"/>
            <ac:spMk id="17" creationId="{8C2FE627-A056-7A73-517D-36881DA69BAC}"/>
          </ac:spMkLst>
        </pc:spChg>
        <pc:spChg chg="add del">
          <ac:chgData name="Jaime Tur" userId="0c147167-24ab-41cc-821f-e304fffd7c74" providerId="ADAL" clId="{96FACA42-3611-4883-8B93-19C4F783C7AC}" dt="2025-11-14T18:05:09.258" v="79"/>
          <ac:spMkLst>
            <pc:docMk/>
            <pc:sldMk cId="1375192382" sldId="266"/>
            <ac:spMk id="19" creationId="{EA8D81A2-F58D-73B1-2315-75D05FC96385}"/>
          </ac:spMkLst>
        </pc:spChg>
        <pc:graphicFrameChg chg="add mod">
          <ac:chgData name="Jaime Tur" userId="0c147167-24ab-41cc-821f-e304fffd7c74" providerId="ADAL" clId="{96FACA42-3611-4883-8B93-19C4F783C7AC}" dt="2025-11-14T18:04:53.689" v="75"/>
          <ac:graphicFrameMkLst>
            <pc:docMk/>
            <pc:sldMk cId="1375192382" sldId="266"/>
            <ac:graphicFrameMk id="5" creationId="{7D95ED28-F044-B542-FEBC-192E170DE61F}"/>
          </ac:graphicFrameMkLst>
        </pc:graphicFrameChg>
        <pc:graphicFrameChg chg="add del">
          <ac:chgData name="Jaime Tur" userId="0c147167-24ab-41cc-821f-e304fffd7c74" providerId="ADAL" clId="{96FACA42-3611-4883-8B93-19C4F783C7AC}" dt="2025-11-14T18:05:01.023" v="77" actId="478"/>
          <ac:graphicFrameMkLst>
            <pc:docMk/>
            <pc:sldMk cId="1375192382" sldId="266"/>
            <ac:graphicFrameMk id="7" creationId="{152D5676-3B30-632E-AD7F-7DEF057B2216}"/>
          </ac:graphicFrameMkLst>
        </pc:graphicFrameChg>
      </pc:sldChg>
      <pc:sldChg chg="addSp delSp modSp add mod ord">
        <pc:chgData name="Jaime Tur" userId="0c147167-24ab-41cc-821f-e304fffd7c74" providerId="ADAL" clId="{96FACA42-3611-4883-8B93-19C4F783C7AC}" dt="2025-11-14T18:05:47.469" v="89"/>
        <pc:sldMkLst>
          <pc:docMk/>
          <pc:sldMk cId="3924793611" sldId="267"/>
        </pc:sldMkLst>
        <pc:spChg chg="mod">
          <ac:chgData name="Jaime Tur" userId="0c147167-24ab-41cc-821f-e304fffd7c74" providerId="ADAL" clId="{96FACA42-3611-4883-8B93-19C4F783C7AC}" dt="2025-11-14T18:05:28.489" v="84"/>
          <ac:spMkLst>
            <pc:docMk/>
            <pc:sldMk cId="3924793611" sldId="267"/>
            <ac:spMk id="2" creationId="{0BCD6D37-2F8A-1DCD-D975-A8F18DA6B475}"/>
          </ac:spMkLst>
        </pc:spChg>
        <pc:spChg chg="add del mod">
          <ac:chgData name="Jaime Tur" userId="0c147167-24ab-41cc-821f-e304fffd7c74" providerId="ADAL" clId="{96FACA42-3611-4883-8B93-19C4F783C7AC}" dt="2025-11-14T18:05:39.479" v="88" actId="478"/>
          <ac:spMkLst>
            <pc:docMk/>
            <pc:sldMk cId="3924793611" sldId="267"/>
            <ac:spMk id="4" creationId="{A76ED774-EB2B-32E9-6EC6-2959C7D33FCE}"/>
          </ac:spMkLst>
        </pc:spChg>
        <pc:graphicFrameChg chg="add mod">
          <ac:chgData name="Jaime Tur" userId="0c147167-24ab-41cc-821f-e304fffd7c74" providerId="ADAL" clId="{96FACA42-3611-4883-8B93-19C4F783C7AC}" dt="2025-11-14T18:05:47.469" v="89"/>
          <ac:graphicFrameMkLst>
            <pc:docMk/>
            <pc:sldMk cId="3924793611" sldId="267"/>
            <ac:graphicFrameMk id="5" creationId="{632B939B-C724-1408-A078-66B491975A14}"/>
          </ac:graphicFrameMkLst>
        </pc:graphicFrameChg>
        <pc:graphicFrameChg chg="del mod">
          <ac:chgData name="Jaime Tur" userId="0c147167-24ab-41cc-821f-e304fffd7c74" providerId="ADAL" clId="{96FACA42-3611-4883-8B93-19C4F783C7AC}" dt="2025-11-14T18:05:37.496" v="87" actId="478"/>
          <ac:graphicFrameMkLst>
            <pc:docMk/>
            <pc:sldMk cId="3924793611" sldId="267"/>
            <ac:graphicFrameMk id="7" creationId="{D46A45F9-05FB-7A8E-D94A-3832CAFA2A2B}"/>
          </ac:graphicFrameMkLst>
        </pc:graphicFrameChg>
      </pc:sldChg>
      <pc:sldChg chg="addSp delSp modSp add mod">
        <pc:chgData name="Jaime Tur" userId="0c147167-24ab-41cc-821f-e304fffd7c74" providerId="ADAL" clId="{96FACA42-3611-4883-8B93-19C4F783C7AC}" dt="2025-11-14T18:06:33.822" v="105"/>
        <pc:sldMkLst>
          <pc:docMk/>
          <pc:sldMk cId="1501656052" sldId="268"/>
        </pc:sldMkLst>
        <pc:spChg chg="mod">
          <ac:chgData name="Jaime Tur" userId="0c147167-24ab-41cc-821f-e304fffd7c74" providerId="ADAL" clId="{96FACA42-3611-4883-8B93-19C4F783C7AC}" dt="2025-11-14T18:06:20.727" v="102" actId="20577"/>
          <ac:spMkLst>
            <pc:docMk/>
            <pc:sldMk cId="1501656052" sldId="268"/>
            <ac:spMk id="2" creationId="{3E632FE8-EB33-68CF-B802-D334200120B4}"/>
          </ac:spMkLst>
        </pc:spChg>
        <pc:spChg chg="del">
          <ac:chgData name="Jaime Tur" userId="0c147167-24ab-41cc-821f-e304fffd7c74" providerId="ADAL" clId="{96FACA42-3611-4883-8B93-19C4F783C7AC}" dt="2025-11-14T18:06:30.665" v="103" actId="478"/>
          <ac:spMkLst>
            <pc:docMk/>
            <pc:sldMk cId="1501656052" sldId="268"/>
            <ac:spMk id="3" creationId="{C37390BC-8BCA-EDBF-5F7D-F9E001250E80}"/>
          </ac:spMkLst>
        </pc:spChg>
        <pc:spChg chg="add del mod">
          <ac:chgData name="Jaime Tur" userId="0c147167-24ab-41cc-821f-e304fffd7c74" providerId="ADAL" clId="{96FACA42-3611-4883-8B93-19C4F783C7AC}" dt="2025-11-14T18:06:33.283" v="104" actId="478"/>
          <ac:spMkLst>
            <pc:docMk/>
            <pc:sldMk cId="1501656052" sldId="268"/>
            <ac:spMk id="5" creationId="{27510E8C-EEBE-592E-CD40-27D1510EF792}"/>
          </ac:spMkLst>
        </pc:spChg>
        <pc:graphicFrameChg chg="add mod">
          <ac:chgData name="Jaime Tur" userId="0c147167-24ab-41cc-821f-e304fffd7c74" providerId="ADAL" clId="{96FACA42-3611-4883-8B93-19C4F783C7AC}" dt="2025-11-14T18:06:33.822" v="105"/>
          <ac:graphicFrameMkLst>
            <pc:docMk/>
            <pc:sldMk cId="1501656052" sldId="268"/>
            <ac:graphicFrameMk id="6" creationId="{F387B9CB-8919-DB69-5D6E-F0F99125FF2B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16BAD9D-90E1-9FA0-6899-E1720D48885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58A9D6-719C-2946-560D-6D1F6701BC5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4512AF-DD4E-4B73-98EF-EA3A4CA19885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E790A1-21F7-2AD1-1F2A-3213DDDAB9D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AA72B4-45D1-60AC-4544-0EA77E34427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2F1160-B729-4FCC-8C17-92C930127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4903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3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72DE59C-594C-4F72-46B6-37F8C2F62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77" y="-190005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A6B0B038-C0F6-CB78-FEF0-A37A717B51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6354" y="1487368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157571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72DE59C-594C-4F72-46B6-37F8C2F62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77" y="-190005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A6B0B038-C0F6-CB78-FEF0-A37A717B51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6354" y="1487368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1" y="1600200"/>
            <a:ext cx="3988130" cy="5105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3D8F64F-8F2C-A452-CFD4-8C1950DD732E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647210" y="1597460"/>
            <a:ext cx="4039590" cy="5105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54118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8956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477165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6992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62" r:id="rId3"/>
    <p:sldLayoutId id="2147483660" r:id="rId4"/>
    <p:sldLayoutId id="2147483663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69987ED4D0F3F47BA33116175D6C093" ma:contentTypeVersion="3" ma:contentTypeDescription="Create a new document." ma:contentTypeScope="" ma:versionID="b377e87a9fdb0adfbe59c8cbc16d9e06">
  <xsd:schema xmlns:xsd="http://www.w3.org/2001/XMLSchema" xmlns:xs="http://www.w3.org/2001/XMLSchema" xmlns:p="http://schemas.microsoft.com/office/2006/metadata/properties" xmlns:ns2="4d118d9b-448c-4a54-90d4-6d126d04e28f" targetNamespace="http://schemas.microsoft.com/office/2006/metadata/properties" ma:root="true" ma:fieldsID="142a0c039391e3f54e2425d6548dcea2" ns2:_="">
    <xsd:import namespace="4d118d9b-448c-4a54-90d4-6d126d04e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118d9b-448c-4a54-90d4-6d126d04e28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69987ED4D0F3F47BA33116175D6C093" ma:contentTypeVersion="3" ma:contentTypeDescription="Create a new document." ma:contentTypeScope="" ma:versionID="b377e87a9fdb0adfbe59c8cbc16d9e06">
  <xsd:schema xmlns:xsd="http://www.w3.org/2001/XMLSchema" xmlns:xs="http://www.w3.org/2001/XMLSchema" xmlns:p="http://schemas.microsoft.com/office/2006/metadata/properties" xmlns:ns2="4d118d9b-448c-4a54-90d4-6d126d04e28f" targetNamespace="http://schemas.microsoft.com/office/2006/metadata/properties" ma:root="true" ma:fieldsID="142a0c039391e3f54e2425d6548dcea2" ns2:_="">
    <xsd:import namespace="4d118d9b-448c-4a54-90d4-6d126d04e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118d9b-448c-4a54-90d4-6d126d04e28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C3F7911-CA70-450D-9C74-276FAE63B2A1}">
  <ds:schemaRefs>
    <ds:schemaRef ds:uri="4d118d9b-448c-4a54-90d4-6d126d04e28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10BB2122-50FB-4777-8728-D52F7CF1AED8}">
  <ds:schemaRefs>
    <ds:schemaRef ds:uri="4d118d9b-448c-4a54-90d4-6d126d04e28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4635B0D5-FB81-4068-AEC4-E15905E3EFEE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9D39D6F7-DEC6-43E0-B150-2B295957F91D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Aptos</vt:lpstr>
      <vt:lpstr>Arial</vt:lpstr>
      <vt:lpstr>Calibri</vt:lpstr>
      <vt:lpstr>Office Theme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Jaime Tur</cp:lastModifiedBy>
  <cp:revision>5</cp:revision>
  <dcterms:created xsi:type="dcterms:W3CDTF">2013-01-27T09:14:16Z</dcterms:created>
  <dcterms:modified xsi:type="dcterms:W3CDTF">2026-02-14T04:58:14Z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0x010100E69987ED4D0F3F47BA33116175D6C093</vt:lpwstr>
  </property>
</Properties>
</file>