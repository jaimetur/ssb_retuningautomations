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1" r:id="rId2"/>
    <p:sldLayoutId id="2147483664" r:id="rId3"/>
    <p:sldLayoutId id="2147483662" r:id="rId4"/>
    <p:sldLayoutId id="2147483660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7</cp:revision>
  <dcterms:created xsi:type="dcterms:W3CDTF">2013-01-27T09:14:16Z</dcterms:created>
  <dcterms:modified xsi:type="dcterms:W3CDTF">2026-02-14T07:16:40Z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