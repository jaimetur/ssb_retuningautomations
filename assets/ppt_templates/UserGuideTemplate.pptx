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800" y="1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0" r:id="rId4"/>
    <p:sldLayoutId id="2147483663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4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4</cp:revision>
  <dcterms:created xsi:type="dcterms:W3CDTF">2013-01-27T09:14:16Z</dcterms:created>
  <dcterms:modified xsi:type="dcterms:W3CDTF">2026-02-14T03:59:42Z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