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handoutMasterIdLst>
    <p:handoutMasterId r:id="rId6"/>
  </p:handout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0"/>
    <p:restoredTop sz="94660"/>
  </p:normalViewPr>
  <p:slideViewPr>
    <p:cSldViewPr snapToGrid="0">
      <p:cViewPr varScale="1">
        <p:scale>
          <a:sx n="161" d="100"/>
          <a:sy n="161" d="100"/>
        </p:scale>
        <p:origin x="1800" y="11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1" d="100"/>
          <a:sy n="151" d="100"/>
        </p:scale>
        <p:origin x="5909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handoutMaster" Target="handoutMasters/handoutMaster1.xml"/><Relationship Id="rId11" Type="http://schemas.microsoft.com/office/2016/11/relationships/changesInfo" Target="changesInfos/changesInfo1.xml"/><Relationship Id="rId5" Type="http://schemas.openxmlformats.org/officeDocument/2006/relationships/slideMaster" Target="slideMasters/slideMaster1.xml"/><Relationship Id="rId10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ime Tur" userId="0c147167-24ab-41cc-821f-e304fffd7c74" providerId="ADAL" clId="{96FACA42-3611-4883-8B93-19C4F783C7AC}"/>
    <pc:docChg chg="undo redo custSel addSld delSld modSld sldOrd">
      <pc:chgData name="Jaime Tur" userId="0c147167-24ab-41cc-821f-e304fffd7c74" providerId="ADAL" clId="{96FACA42-3611-4883-8B93-19C4F783C7AC}" dt="2025-11-14T18:07:26.228" v="109" actId="47"/>
      <pc:docMkLst>
        <pc:docMk/>
      </pc:docMkLst>
      <pc:sldChg chg="modSp mod">
        <pc:chgData name="Jaime Tur" userId="0c147167-24ab-41cc-821f-e304fffd7c74" providerId="ADAL" clId="{96FACA42-3611-4883-8B93-19C4F783C7AC}" dt="2025-11-14T13:39:49.344" v="7" actId="20577"/>
        <pc:sldMkLst>
          <pc:docMk/>
          <pc:sldMk cId="0" sldId="256"/>
        </pc:sldMkLst>
        <pc:spChg chg="mod">
          <ac:chgData name="Jaime Tur" userId="0c147167-24ab-41cc-821f-e304fffd7c74" providerId="ADAL" clId="{96FACA42-3611-4883-8B93-19C4F783C7AC}" dt="2025-11-14T13:39:49.344" v="7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del mod setBg setClrOvrMap">
        <pc:chgData name="Jaime Tur" userId="0c147167-24ab-41cc-821f-e304fffd7c74" providerId="ADAL" clId="{96FACA42-3611-4883-8B93-19C4F783C7AC}" dt="2025-11-14T18:03:35.578" v="61" actId="47"/>
        <pc:sldMkLst>
          <pc:docMk/>
          <pc:sldMk cId="0" sldId="257"/>
        </pc:sldMkLst>
        <pc:spChg chg="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0:11.510" v="34" actId="26606"/>
          <ac:spMkLst>
            <pc:docMk/>
            <pc:sldMk cId="0" sldId="257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39.945" v="27" actId="26606"/>
          <ac:spMkLst>
            <pc:docMk/>
            <pc:sldMk cId="0" sldId="257"/>
            <ac:spMk id="12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1:52.135" v="40" actId="26606"/>
          <ac:spMkLst>
            <pc:docMk/>
            <pc:sldMk cId="0" sldId="257"/>
            <ac:spMk id="13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0.210" v="29" actId="26606"/>
          <ac:spMkLst>
            <pc:docMk/>
            <pc:sldMk cId="0" sldId="257"/>
            <ac:spMk id="14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6:59.071" v="20" actId="26606"/>
          <ac:spMkLst>
            <pc:docMk/>
            <pc:sldMk cId="0" sldId="257"/>
            <ac:spMk id="15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6.056" v="31" actId="26606"/>
          <ac:spMkLst>
            <pc:docMk/>
            <pc:sldMk cId="0" sldId="257"/>
            <ac:spMk id="16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18" creationId="{B50AB553-2A96-4A92-96F2-93548E096954}"/>
          </ac:spMkLst>
        </pc:spChg>
        <pc:spChg chg="add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23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8:02:41.801" v="46" actId="404"/>
          <ac:graphicFrameMkLst>
            <pc:docMk/>
            <pc:sldMk cId="0" sldId="257"/>
            <ac:graphicFrameMk id="5" creationId="{0120DC20-DF02-0DDE-F000-746C7BCFEA13}"/>
          </ac:graphicFrameMkLst>
        </pc:graphicFrameChg>
        <pc:picChg chg="add mod">
          <ac:chgData name="Jaime Tur" userId="0c147167-24ab-41cc-821f-e304fffd7c74" providerId="ADAL" clId="{96FACA42-3611-4883-8B93-19C4F783C7AC}" dt="2025-11-14T18:00:11.510" v="34" actId="26606"/>
          <ac:picMkLst>
            <pc:docMk/>
            <pc:sldMk cId="0" sldId="257"/>
            <ac:picMk id="6" creationId="{0FF492E2-580F-609C-6AE6-BE9CFDB78534}"/>
          </ac:picMkLst>
        </pc:picChg>
      </pc:sldChg>
      <pc:sldChg chg="addSp delSp modSp del mod setBg">
        <pc:chgData name="Jaime Tur" userId="0c147167-24ab-41cc-821f-e304fffd7c74" providerId="ADAL" clId="{96FACA42-3611-4883-8B93-19C4F783C7AC}" dt="2025-11-14T18:04:24.677" v="69" actId="47"/>
        <pc:sldMkLst>
          <pc:docMk/>
          <pc:sldMk cId="0" sldId="258"/>
        </pc:sldMkLst>
        <pc:spChg chg="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5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7:58:13.848" v="25" actId="26606"/>
          <ac:graphicFrameMkLst>
            <pc:docMk/>
            <pc:sldMk cId="0" sldId="258"/>
            <ac:graphicFrameMk id="5" creationId="{5C4B6F90-19D3-CB19-5293-046AF8A0F9DA}"/>
          </ac:graphicFrameMkLst>
        </pc:graphicFrameChg>
        <pc:picChg chg="add mod">
          <ac:chgData name="Jaime Tur" userId="0c147167-24ab-41cc-821f-e304fffd7c74" providerId="ADAL" clId="{96FACA42-3611-4883-8B93-19C4F783C7AC}" dt="2025-11-14T17:58:13.848" v="25" actId="26606"/>
          <ac:picMkLst>
            <pc:docMk/>
            <pc:sldMk cId="0" sldId="258"/>
            <ac:picMk id="6" creationId="{42346672-8335-584F-26D2-08A72AE21F55}"/>
          </ac:picMkLst>
        </pc:picChg>
      </pc:sldChg>
      <pc:sldChg chg="addSp delSp modSp mod ord setBg addAnim">
        <pc:chgData name="Jaime Tur" userId="0c147167-24ab-41cc-821f-e304fffd7c74" providerId="ADAL" clId="{96FACA42-3611-4883-8B93-19C4F783C7AC}" dt="2025-11-14T18:07:15.369" v="107"/>
        <pc:sldMkLst>
          <pc:docMk/>
          <pc:sldMk cId="0" sldId="259"/>
        </pc:sldMkLst>
        <pc:spChg chg="mod">
          <ac:chgData name="Jaime Tur" userId="0c147167-24ab-41cc-821f-e304fffd7c74" providerId="ADAL" clId="{96FACA42-3611-4883-8B93-19C4F783C7AC}" dt="2025-11-14T18:03:18.132" v="58" actId="20577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8:03:30.572" v="60"/>
          <ac:spMkLst>
            <pc:docMk/>
            <pc:sldMk cId="0" sldId="259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9" creationId="{DB17E863-922E-4C26-BD64-E8FD41D28661}"/>
          </ac:spMkLst>
        </pc:spChg>
        <pc:graphicFrameChg chg="add mod">
          <ac:chgData name="Jaime Tur" userId="0c147167-24ab-41cc-821f-e304fffd7c74" providerId="ADAL" clId="{96FACA42-3611-4883-8B93-19C4F783C7AC}" dt="2025-11-14T18:07:15.369" v="107"/>
          <ac:graphicFrameMkLst>
            <pc:docMk/>
            <pc:sldMk cId="0" sldId="259"/>
            <ac:graphicFrameMk id="4" creationId="{9B56F6FC-05EB-E069-9007-8843E01A0B22}"/>
          </ac:graphicFrameMkLst>
        </pc:graphicFrameChg>
      </pc:sldChg>
      <pc:sldChg chg="addSp delSp modSp del mod setBg delDesignElem">
        <pc:chgData name="Jaime Tur" userId="0c147167-24ab-41cc-821f-e304fffd7c74" providerId="ADAL" clId="{96FACA42-3611-4883-8B93-19C4F783C7AC}" dt="2025-11-14T18:05:50.019" v="90" actId="47"/>
        <pc:sldMkLst>
          <pc:docMk/>
          <pc:sldMk cId="0" sldId="260"/>
        </pc:sldMkLst>
        <pc:spChg chg="mod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00.486" v="24"/>
          <ac:spMkLst>
            <pc:docMk/>
            <pc:sldMk cId="0" sldId="260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3.481" v="12" actId="26606"/>
          <ac:graphicFrameMkLst>
            <pc:docMk/>
            <pc:sldMk cId="0" sldId="260"/>
            <ac:graphicFrameMk id="5" creationId="{D6FBAF62-2E68-5AA6-3611-2B6B35E8AAFC}"/>
          </ac:graphicFrameMkLst>
        </pc:graphicFrameChg>
        <pc:picChg chg="add">
          <ac:chgData name="Jaime Tur" userId="0c147167-24ab-41cc-821f-e304fffd7c74" providerId="ADAL" clId="{96FACA42-3611-4883-8B93-19C4F783C7AC}" dt="2025-11-14T17:55:53.481" v="12" actId="26606"/>
          <ac:picMkLst>
            <pc:docMk/>
            <pc:sldMk cId="0" sldId="260"/>
            <ac:picMk id="6" creationId="{13E47EFC-D452-71A4-8F1B-26D8A2984F1A}"/>
          </ac:picMkLst>
        </pc:picChg>
      </pc:sldChg>
      <pc:sldChg chg="addSp delSp modSp mod setBg addAnim">
        <pc:chgData name="Jaime Tur" userId="0c147167-24ab-41cc-821f-e304fffd7c74" providerId="ADAL" clId="{96FACA42-3611-4883-8B93-19C4F783C7AC}" dt="2025-11-14T18:01:25.854" v="38" actId="26606"/>
        <pc:sldMkLst>
          <pc:docMk/>
          <pc:sldMk cId="0" sldId="261"/>
        </pc:sldMkLst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2" creationId="{081E4A58-353D-44AE-B2FC-2A74E2E400F7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7" creationId="{943CAA20-3569-4189-9E48-239A229A86CA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9" creationId="{DA542B6D-E775-4832-91DC-2D20F857813A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1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2" creationId="{DB17E863-922E-4C26-BD64-E8FD41D28661}"/>
          </ac:spMkLst>
        </pc:spChg>
      </pc:sldChg>
      <pc:sldChg chg="addSp delSp modSp add del mod setBg">
        <pc:chgData name="Jaime Tur" userId="0c147167-24ab-41cc-821f-e304fffd7c74" providerId="ADAL" clId="{96FACA42-3611-4883-8B93-19C4F783C7AC}" dt="2025-11-14T18:07:26.228" v="109" actId="47"/>
        <pc:sldMkLst>
          <pc:docMk/>
          <pc:sldMk cId="0" sldId="262"/>
        </pc:sldMkLst>
        <pc:spChg chg="mo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3" creationId="{00000000-0000-0000-0000-000000000000}"/>
          </ac:spMkLst>
        </pc:spChg>
        <pc:spChg chg="ad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8.851" v="13" actId="26606"/>
          <ac:graphicFrameMkLst>
            <pc:docMk/>
            <pc:sldMk cId="0" sldId="262"/>
            <ac:graphicFrameMk id="5" creationId="{5B27CA4B-77CB-B70F-97B4-B8F65A097F95}"/>
          </ac:graphicFrameMkLst>
        </pc:graphicFrameChg>
        <pc:picChg chg="add">
          <ac:chgData name="Jaime Tur" userId="0c147167-24ab-41cc-821f-e304fffd7c74" providerId="ADAL" clId="{96FACA42-3611-4883-8B93-19C4F783C7AC}" dt="2025-11-14T17:55:58.851" v="13" actId="26606"/>
          <ac:picMkLst>
            <pc:docMk/>
            <pc:sldMk cId="0" sldId="262"/>
            <ac:picMk id="6" creationId="{8003957F-A030-8845-B8FE-76EC1661EBA0}"/>
          </ac:picMkLst>
        </pc:picChg>
      </pc:sldChg>
      <pc:sldChg chg="addSp delSp modSp mod setBg">
        <pc:chgData name="Jaime Tur" userId="0c147167-24ab-41cc-821f-e304fffd7c74" providerId="ADAL" clId="{96FACA42-3611-4883-8B93-19C4F783C7AC}" dt="2025-11-14T18:01:05.897" v="35" actId="26606"/>
        <pc:sldMkLst>
          <pc:docMk/>
          <pc:sldMk cId="0" sldId="263"/>
        </pc:sldMkLst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9" creationId="{DB17E863-922E-4C26-BD64-E8FD41D28661}"/>
          </ac:spMkLst>
        </pc:spChg>
      </pc:sldChg>
      <pc:sldChg chg="addSp delSp modSp add mod">
        <pc:chgData name="Jaime Tur" userId="0c147167-24ab-41cc-821f-e304fffd7c74" providerId="ADAL" clId="{96FACA42-3611-4883-8B93-19C4F783C7AC}" dt="2025-11-14T18:04:14.203" v="68"/>
        <pc:sldMkLst>
          <pc:docMk/>
          <pc:sldMk cId="1233346370" sldId="264"/>
        </pc:sldMkLst>
        <pc:spChg chg="mod">
          <ac:chgData name="Jaime Tur" userId="0c147167-24ab-41cc-821f-e304fffd7c74" providerId="ADAL" clId="{96FACA42-3611-4883-8B93-19C4F783C7AC}" dt="2025-11-14T18:03:50.378" v="63"/>
          <ac:spMkLst>
            <pc:docMk/>
            <pc:sldMk cId="1233346370" sldId="264"/>
            <ac:spMk id="2" creationId="{71C92489-1615-4D57-43B5-5E08DF475047}"/>
          </ac:spMkLst>
        </pc:spChg>
        <pc:spChg chg="del">
          <ac:chgData name="Jaime Tur" userId="0c147167-24ab-41cc-821f-e304fffd7c74" providerId="ADAL" clId="{96FACA42-3611-4883-8B93-19C4F783C7AC}" dt="2025-11-14T18:04:01.600" v="64" actId="478"/>
          <ac:spMkLst>
            <pc:docMk/>
            <pc:sldMk cId="1233346370" sldId="264"/>
            <ac:spMk id="3" creationId="{3D5689A9-CFD7-4243-D490-5B60600161EB}"/>
          </ac:spMkLst>
        </pc:spChg>
        <pc:spChg chg="add del mod">
          <ac:chgData name="Jaime Tur" userId="0c147167-24ab-41cc-821f-e304fffd7c74" providerId="ADAL" clId="{96FACA42-3611-4883-8B93-19C4F783C7AC}" dt="2025-11-14T18:04:13.198" v="67" actId="478"/>
          <ac:spMkLst>
            <pc:docMk/>
            <pc:sldMk cId="1233346370" sldId="264"/>
            <ac:spMk id="5" creationId="{0EBA4DA5-2281-4E1D-75B0-CEF5A8B0D08B}"/>
          </ac:spMkLst>
        </pc:spChg>
        <pc:graphicFrameChg chg="add mod">
          <ac:chgData name="Jaime Tur" userId="0c147167-24ab-41cc-821f-e304fffd7c74" providerId="ADAL" clId="{96FACA42-3611-4883-8B93-19C4F783C7AC}" dt="2025-11-14T18:04:08.863" v="66"/>
          <ac:graphicFrameMkLst>
            <pc:docMk/>
            <pc:sldMk cId="1233346370" sldId="264"/>
            <ac:graphicFrameMk id="6" creationId="{BEEA9A67-963E-AE26-497E-B095D3DF647B}"/>
          </ac:graphicFrameMkLst>
        </pc:graphicFrameChg>
        <pc:graphicFrameChg chg="add mod">
          <ac:chgData name="Jaime Tur" userId="0c147167-24ab-41cc-821f-e304fffd7c74" providerId="ADAL" clId="{96FACA42-3611-4883-8B93-19C4F783C7AC}" dt="2025-11-14T18:04:14.203" v="68"/>
          <ac:graphicFrameMkLst>
            <pc:docMk/>
            <pc:sldMk cId="1233346370" sldId="264"/>
            <ac:graphicFrameMk id="7" creationId="{1A639F29-48DF-59A8-5899-535A4C880E2A}"/>
          </ac:graphicFrameMkLst>
        </pc:graphicFrameChg>
      </pc:sldChg>
      <pc:sldChg chg="add">
        <pc:chgData name="Jaime Tur" userId="0c147167-24ab-41cc-821f-e304fffd7c74" providerId="ADAL" clId="{96FACA42-3611-4883-8B93-19C4F783C7AC}" dt="2025-11-14T18:03:43.752" v="62" actId="2890"/>
        <pc:sldMkLst>
          <pc:docMk/>
          <pc:sldMk cId="2426699377" sldId="265"/>
        </pc:sldMkLst>
      </pc:sldChg>
      <pc:sldChg chg="addSp delSp modSp add del mod setBg delDesignElem">
        <pc:chgData name="Jaime Tur" userId="0c147167-24ab-41cc-821f-e304fffd7c74" providerId="ADAL" clId="{96FACA42-3611-4883-8B93-19C4F783C7AC}" dt="2025-11-14T18:05:21.513" v="83" actId="47"/>
        <pc:sldMkLst>
          <pc:docMk/>
          <pc:sldMk cId="1375192382" sldId="266"/>
        </pc:sldMkLst>
        <pc:spChg chg="mod">
          <ac:chgData name="Jaime Tur" userId="0c147167-24ab-41cc-821f-e304fffd7c74" providerId="ADAL" clId="{96FACA42-3611-4883-8B93-19C4F783C7AC}" dt="2025-11-14T18:04:40.151" v="72"/>
          <ac:spMkLst>
            <pc:docMk/>
            <pc:sldMk cId="1375192382" sldId="266"/>
            <ac:spMk id="2" creationId="{1BAA8637-8F4D-5329-1120-8C434F6D0C49}"/>
          </ac:spMkLst>
        </pc:spChg>
        <pc:spChg chg="add del mod">
          <ac:chgData name="Jaime Tur" userId="0c147167-24ab-41cc-821f-e304fffd7c74" providerId="ADAL" clId="{96FACA42-3611-4883-8B93-19C4F783C7AC}" dt="2025-11-14T18:05:01.023" v="77" actId="478"/>
          <ac:spMkLst>
            <pc:docMk/>
            <pc:sldMk cId="1375192382" sldId="266"/>
            <ac:spMk id="4" creationId="{EF0DE79A-C556-154F-A26B-EF53BBD8B119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7" creationId="{8C2FE627-A056-7A73-517D-36881DA69BAC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9" creationId="{EA8D81A2-F58D-73B1-2315-75D05FC96385}"/>
          </ac:spMkLst>
        </pc:spChg>
        <pc:graphicFrameChg chg="add mod">
          <ac:chgData name="Jaime Tur" userId="0c147167-24ab-41cc-821f-e304fffd7c74" providerId="ADAL" clId="{96FACA42-3611-4883-8B93-19C4F783C7AC}" dt="2025-11-14T18:04:53.689" v="75"/>
          <ac:graphicFrameMkLst>
            <pc:docMk/>
            <pc:sldMk cId="1375192382" sldId="266"/>
            <ac:graphicFrameMk id="5" creationId="{7D95ED28-F044-B542-FEBC-192E170DE61F}"/>
          </ac:graphicFrameMkLst>
        </pc:graphicFrameChg>
        <pc:graphicFrameChg chg="add del">
          <ac:chgData name="Jaime Tur" userId="0c147167-24ab-41cc-821f-e304fffd7c74" providerId="ADAL" clId="{96FACA42-3611-4883-8B93-19C4F783C7AC}" dt="2025-11-14T18:05:01.023" v="77" actId="478"/>
          <ac:graphicFrameMkLst>
            <pc:docMk/>
            <pc:sldMk cId="1375192382" sldId="266"/>
            <ac:graphicFrameMk id="7" creationId="{152D5676-3B30-632E-AD7F-7DEF057B2216}"/>
          </ac:graphicFrameMkLst>
        </pc:graphicFrameChg>
      </pc:sldChg>
      <pc:sldChg chg="addSp delSp modSp add mod ord">
        <pc:chgData name="Jaime Tur" userId="0c147167-24ab-41cc-821f-e304fffd7c74" providerId="ADAL" clId="{96FACA42-3611-4883-8B93-19C4F783C7AC}" dt="2025-11-14T18:05:47.469" v="89"/>
        <pc:sldMkLst>
          <pc:docMk/>
          <pc:sldMk cId="3924793611" sldId="267"/>
        </pc:sldMkLst>
        <pc:spChg chg="mod">
          <ac:chgData name="Jaime Tur" userId="0c147167-24ab-41cc-821f-e304fffd7c74" providerId="ADAL" clId="{96FACA42-3611-4883-8B93-19C4F783C7AC}" dt="2025-11-14T18:05:28.489" v="84"/>
          <ac:spMkLst>
            <pc:docMk/>
            <pc:sldMk cId="3924793611" sldId="267"/>
            <ac:spMk id="2" creationId="{0BCD6D37-2F8A-1DCD-D975-A8F18DA6B475}"/>
          </ac:spMkLst>
        </pc:spChg>
        <pc:spChg chg="add del mod">
          <ac:chgData name="Jaime Tur" userId="0c147167-24ab-41cc-821f-e304fffd7c74" providerId="ADAL" clId="{96FACA42-3611-4883-8B93-19C4F783C7AC}" dt="2025-11-14T18:05:39.479" v="88" actId="478"/>
          <ac:spMkLst>
            <pc:docMk/>
            <pc:sldMk cId="3924793611" sldId="267"/>
            <ac:spMk id="4" creationId="{A76ED774-EB2B-32E9-6EC6-2959C7D33FCE}"/>
          </ac:spMkLst>
        </pc:spChg>
        <pc:graphicFrameChg chg="add mod">
          <ac:chgData name="Jaime Tur" userId="0c147167-24ab-41cc-821f-e304fffd7c74" providerId="ADAL" clId="{96FACA42-3611-4883-8B93-19C4F783C7AC}" dt="2025-11-14T18:05:47.469" v="89"/>
          <ac:graphicFrameMkLst>
            <pc:docMk/>
            <pc:sldMk cId="3924793611" sldId="267"/>
            <ac:graphicFrameMk id="5" creationId="{632B939B-C724-1408-A078-66B491975A14}"/>
          </ac:graphicFrameMkLst>
        </pc:graphicFrameChg>
        <pc:graphicFrameChg chg="del mod">
          <ac:chgData name="Jaime Tur" userId="0c147167-24ab-41cc-821f-e304fffd7c74" providerId="ADAL" clId="{96FACA42-3611-4883-8B93-19C4F783C7AC}" dt="2025-11-14T18:05:37.496" v="87" actId="478"/>
          <ac:graphicFrameMkLst>
            <pc:docMk/>
            <pc:sldMk cId="3924793611" sldId="267"/>
            <ac:graphicFrameMk id="7" creationId="{D46A45F9-05FB-7A8E-D94A-3832CAFA2A2B}"/>
          </ac:graphicFrameMkLst>
        </pc:graphicFrameChg>
      </pc:sldChg>
      <pc:sldChg chg="addSp delSp modSp add mod">
        <pc:chgData name="Jaime Tur" userId="0c147167-24ab-41cc-821f-e304fffd7c74" providerId="ADAL" clId="{96FACA42-3611-4883-8B93-19C4F783C7AC}" dt="2025-11-14T18:06:33.822" v="105"/>
        <pc:sldMkLst>
          <pc:docMk/>
          <pc:sldMk cId="1501656052" sldId="268"/>
        </pc:sldMkLst>
        <pc:spChg chg="mod">
          <ac:chgData name="Jaime Tur" userId="0c147167-24ab-41cc-821f-e304fffd7c74" providerId="ADAL" clId="{96FACA42-3611-4883-8B93-19C4F783C7AC}" dt="2025-11-14T18:06:20.727" v="102" actId="20577"/>
          <ac:spMkLst>
            <pc:docMk/>
            <pc:sldMk cId="1501656052" sldId="268"/>
            <ac:spMk id="2" creationId="{3E632FE8-EB33-68CF-B802-D334200120B4}"/>
          </ac:spMkLst>
        </pc:spChg>
        <pc:spChg chg="del">
          <ac:chgData name="Jaime Tur" userId="0c147167-24ab-41cc-821f-e304fffd7c74" providerId="ADAL" clId="{96FACA42-3611-4883-8B93-19C4F783C7AC}" dt="2025-11-14T18:06:30.665" v="103" actId="478"/>
          <ac:spMkLst>
            <pc:docMk/>
            <pc:sldMk cId="1501656052" sldId="268"/>
            <ac:spMk id="3" creationId="{C37390BC-8BCA-EDBF-5F7D-F9E001250E80}"/>
          </ac:spMkLst>
        </pc:spChg>
        <pc:spChg chg="add del mod">
          <ac:chgData name="Jaime Tur" userId="0c147167-24ab-41cc-821f-e304fffd7c74" providerId="ADAL" clId="{96FACA42-3611-4883-8B93-19C4F783C7AC}" dt="2025-11-14T18:06:33.283" v="104" actId="478"/>
          <ac:spMkLst>
            <pc:docMk/>
            <pc:sldMk cId="1501656052" sldId="268"/>
            <ac:spMk id="5" creationId="{27510E8C-EEBE-592E-CD40-27D1510EF792}"/>
          </ac:spMkLst>
        </pc:spChg>
        <pc:graphicFrameChg chg="add mod">
          <ac:chgData name="Jaime Tur" userId="0c147167-24ab-41cc-821f-e304fffd7c74" providerId="ADAL" clId="{96FACA42-3611-4883-8B93-19C4F783C7AC}" dt="2025-11-14T18:06:33.822" v="105"/>
          <ac:graphicFrameMkLst>
            <pc:docMk/>
            <pc:sldMk cId="1501656052" sldId="268"/>
            <ac:graphicFrameMk id="6" creationId="{F387B9CB-8919-DB69-5D6E-F0F99125FF2B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16BAD9D-90E1-9FA0-6899-E1720D4888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58A9D6-719C-2946-560D-6D1F6701BC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4512AF-DD4E-4B73-98EF-EA3A4CA19885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E790A1-21F7-2AD1-1F2A-3213DDDAB9D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AA72B4-45D1-60AC-4544-0EA77E3442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2F1160-B729-4FCC-8C17-92C930127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903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3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4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57571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600200"/>
            <a:ext cx="398813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3D8F64F-8F2C-A452-CFD4-8C1950DD732E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647210" y="1597460"/>
            <a:ext cx="403959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54118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895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4771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699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2" r:id="rId3"/>
    <p:sldLayoutId id="2147483660" r:id="rId4"/>
    <p:sldLayoutId id="2147483663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C3F7911-CA70-450D-9C74-276FAE63B2A1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D39D6F7-DEC6-43E0-B150-2B295957F91D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4635B0D5-FB81-4068-AEC4-E15905E3EFEE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10BB2122-50FB-4777-8728-D52F7CF1AED8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Jaime Tur</cp:lastModifiedBy>
  <cp:revision>5</cp:revision>
  <dcterms:created xsi:type="dcterms:W3CDTF">2013-01-27T09:14:16Z</dcterms:created>
  <dcterms:modified xsi:type="dcterms:W3CDTF">2026-02-14T04:43:34Z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0x010100E69987ED4D0F3F47BA33116175D6C093</vt:lpwstr>
  </property>
</Properties>
</file>