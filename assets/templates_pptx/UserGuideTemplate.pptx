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2100" y="1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8229600" cy="4971032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4519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7" r:id="rId3"/>
    <p:sldLayoutId id="2147483664" r:id="rId4"/>
    <p:sldLayoutId id="2147483662" r:id="rId5"/>
    <p:sldLayoutId id="2147483668" r:id="rId6"/>
    <p:sldLayoutId id="2147483663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8</cp:revision>
  <dcterms:created xsi:type="dcterms:W3CDTF">2013-01-27T09:14:16Z</dcterms:created>
  <dcterms:modified xsi:type="dcterms:W3CDTF">2026-02-17T15:22:01Z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