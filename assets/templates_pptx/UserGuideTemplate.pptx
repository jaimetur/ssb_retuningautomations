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88" d="100"/>
          <a:sy n="188" d="100"/>
        </p:scale>
        <p:origin x="514" y="13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D8C08C-CAA2-0BE1-C083-696B5B7BDA70}"/>
              </a:ext>
            </a:extLst>
          </p:cNvPr>
          <p:cNvSpPr/>
          <p:nvPr userDrawn="1"/>
        </p:nvSpPr>
        <p:spPr bwMode="auto">
          <a:xfrm>
            <a:off x="0" y="0"/>
            <a:ext cx="5501640" cy="6858000"/>
          </a:xfrm>
          <a:prstGeom prst="rect">
            <a:avLst/>
          </a:prstGeom>
          <a:solidFill>
            <a:srgbClr val="85CCFF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sz="1800" err="1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8" name="Picture 7" descr="A colorful logo with text&#10;&#10;AI-generated content may be incorrect.">
            <a:extLst>
              <a:ext uri="{FF2B5EF4-FFF2-40B4-BE49-F238E27FC236}">
                <a16:creationId xmlns:a16="http://schemas.microsoft.com/office/drawing/2014/main" id="{4CD53B24-4BDC-974B-673B-F94258AFBEE4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01641" y="0"/>
            <a:ext cx="6690361" cy="6858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3680" y="2130426"/>
            <a:ext cx="5115560" cy="1470025"/>
          </a:xfrm>
        </p:spPr>
        <p:txBody>
          <a:bodyPr>
            <a:noAutofit/>
          </a:bodyPr>
          <a:lstStyle>
            <a:lvl1pPr algn="ctr"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3680" y="3886200"/>
            <a:ext cx="5166360" cy="17526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921702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37111"/>
            <a:ext cx="10972800" cy="5239955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 marL="540000">
              <a:buNone/>
              <a:defRPr sz="1800"/>
            </a:lvl2pPr>
            <a:lvl3pPr marL="720000">
              <a:buNone/>
              <a:defRPr sz="1600"/>
            </a:lvl3pPr>
            <a:lvl4pPr marL="900000">
              <a:buNone/>
              <a:defRPr sz="1400"/>
            </a:lvl4pPr>
            <a:lvl5pPr marL="108000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9289" y="1216977"/>
            <a:ext cx="11164711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925512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40920"/>
            <a:ext cx="5430520" cy="5236145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 marL="540000">
              <a:buNone/>
              <a:defRPr sz="1800"/>
            </a:lvl2pPr>
            <a:lvl3pPr marL="720000">
              <a:buNone/>
              <a:defRPr sz="1600"/>
            </a:lvl3pPr>
            <a:lvl4pPr marL="900000">
              <a:buNone/>
              <a:defRPr sz="1400"/>
            </a:lvl4pPr>
            <a:lvl5pPr marL="108000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9289" y="1220787"/>
            <a:ext cx="11164711" cy="19949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B6F073-8B61-3C41-D9B9-6B5B7D42B3C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1440920"/>
            <a:ext cx="5486400" cy="5236145"/>
          </a:xfrm>
        </p:spPr>
        <p:txBody>
          <a:bodyPr>
            <a:normAutofit/>
          </a:bodyPr>
          <a:lstStyle>
            <a:lvl1pPr marL="0">
              <a:buNone/>
              <a:defRPr sz="1800"/>
            </a:lvl1pPr>
            <a:lvl2pPr marL="540000">
              <a:buNone/>
              <a:defRPr sz="1600"/>
            </a:lvl2pPr>
            <a:lvl3pPr marL="720000">
              <a:buNone/>
              <a:defRPr sz="1400"/>
            </a:lvl3pPr>
            <a:lvl4pPr marL="900000">
              <a:buNone/>
              <a:defRPr sz="1200"/>
            </a:lvl4pPr>
            <a:lvl5pPr marL="1080000">
              <a:buNone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4378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925512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40921"/>
            <a:ext cx="5435600" cy="2612920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 marL="540000">
              <a:buNone/>
              <a:defRPr sz="1800"/>
            </a:lvl2pPr>
            <a:lvl3pPr marL="720000">
              <a:buNone/>
              <a:defRPr sz="1600"/>
            </a:lvl3pPr>
            <a:lvl4pPr marL="900000">
              <a:buNone/>
              <a:defRPr sz="1400"/>
            </a:lvl4pPr>
            <a:lvl5pPr marL="108000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9289" y="1220787"/>
            <a:ext cx="11164711" cy="19949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B6F073-8B61-3C41-D9B9-6B5B7D42B3C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1" y="4130041"/>
            <a:ext cx="5435597" cy="2547025"/>
          </a:xfrm>
        </p:spPr>
        <p:txBody>
          <a:bodyPr>
            <a:normAutofit/>
          </a:bodyPr>
          <a:lstStyle>
            <a:lvl1pPr marL="0">
              <a:buNone/>
              <a:defRPr sz="1800"/>
            </a:lvl1pPr>
            <a:lvl2pPr marL="540000">
              <a:buNone/>
              <a:defRPr sz="1600"/>
            </a:lvl2pPr>
            <a:lvl3pPr marL="720000">
              <a:buNone/>
              <a:defRPr sz="1400"/>
            </a:lvl3pPr>
            <a:lvl4pPr marL="900000">
              <a:buNone/>
              <a:defRPr sz="1200"/>
            </a:lvl4pPr>
            <a:lvl5pPr marL="1080000">
              <a:buNone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373BBEB-A4CB-84AC-BA26-0B6CA5A1791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0" y="1440920"/>
            <a:ext cx="5486400" cy="5236145"/>
          </a:xfrm>
        </p:spPr>
        <p:txBody>
          <a:bodyPr>
            <a:normAutofit/>
          </a:bodyPr>
          <a:lstStyle>
            <a:lvl1pPr marL="0">
              <a:buNone/>
              <a:defRPr sz="1800"/>
            </a:lvl1pPr>
            <a:lvl2pPr marL="540000">
              <a:buNone/>
              <a:defRPr sz="1600"/>
            </a:lvl2pPr>
            <a:lvl3pPr marL="720000">
              <a:buNone/>
              <a:defRPr sz="1400"/>
            </a:lvl3pPr>
            <a:lvl4pPr marL="900000">
              <a:buNone/>
              <a:defRPr sz="1200"/>
            </a:lvl4pPr>
            <a:lvl5pPr marL="1080000">
              <a:buNone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56926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01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9728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9" r:id="rId3"/>
    <p:sldLayoutId id="2147483671" r:id="rId4"/>
    <p:sldLayoutId id="214748367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Ericsson Hilda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18</cp:revision>
  <dcterms:created xsi:type="dcterms:W3CDTF">2013-01-27T09:14:16Z</dcterms:created>
  <dcterms:modified xsi:type="dcterms:W3CDTF">2026-02-19T18:13:46Z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