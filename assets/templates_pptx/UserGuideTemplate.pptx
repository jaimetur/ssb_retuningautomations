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88" d="100"/>
          <a:sy n="188" d="100"/>
        </p:scale>
        <p:origin x="2501" y="139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0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3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4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6033"/>
            <a:ext cx="8229600" cy="4971032"/>
          </a:xfrm>
        </p:spPr>
        <p:txBody>
          <a:bodyPr>
            <a:normAutofit/>
          </a:bodyPr>
          <a:lstStyle>
            <a:lvl1pPr marL="0"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45CF-487E-D805-AC82-E9F89743B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9466" y="1430337"/>
            <a:ext cx="8373533" cy="19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6033"/>
            <a:ext cx="4076700" cy="4971032"/>
          </a:xfrm>
        </p:spPr>
        <p:txBody>
          <a:bodyPr>
            <a:normAutofit/>
          </a:bodyPr>
          <a:lstStyle>
            <a:lvl1pPr marL="0"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45CF-487E-D805-AC82-E9F89743B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9466" y="1430337"/>
            <a:ext cx="8373533" cy="199496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B6F073-8B61-3C41-D9B9-6B5B7D42B3C4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10102" y="1706033"/>
            <a:ext cx="4114800" cy="4971032"/>
          </a:xfrm>
        </p:spPr>
        <p:txBody>
          <a:bodyPr>
            <a:normAutofit/>
          </a:bodyPr>
          <a:lstStyle>
            <a:lvl1pPr marL="0"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43789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6033"/>
            <a:ext cx="4076700" cy="2439797"/>
          </a:xfrm>
        </p:spPr>
        <p:txBody>
          <a:bodyPr>
            <a:normAutofit/>
          </a:bodyPr>
          <a:lstStyle>
            <a:lvl1pPr marL="0"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45CF-487E-D805-AC82-E9F89743B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9466" y="1430337"/>
            <a:ext cx="8373533" cy="199496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B6F073-8B61-3C41-D9B9-6B5B7D42B3C4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10102" y="1706033"/>
            <a:ext cx="4114800" cy="4971032"/>
          </a:xfrm>
        </p:spPr>
        <p:txBody>
          <a:bodyPr>
            <a:normAutofit/>
          </a:bodyPr>
          <a:lstStyle>
            <a:lvl1pPr marL="0"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C44160D-EF70-386D-E6CD-DB9E002A32BA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57199" y="4240530"/>
            <a:ext cx="4076700" cy="2439796"/>
          </a:xfrm>
        </p:spPr>
        <p:txBody>
          <a:bodyPr>
            <a:normAutofit/>
          </a:bodyPr>
          <a:lstStyle>
            <a:lvl1pPr marL="0"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576199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32010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0" r:id="rId2"/>
    <p:sldLayoutId id="2147483669" r:id="rId3"/>
    <p:sldLayoutId id="2147483670" r:id="rId4"/>
    <p:sldLayoutId id="2147483668" r:id="rId5"/>
    <p:sldLayoutId id="2147483663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10</cp:revision>
  <dcterms:created xsi:type="dcterms:W3CDTF">2013-01-27T09:14:16Z</dcterms:created>
  <dcterms:modified xsi:type="dcterms:W3CDTF">2026-02-19T03:21:35Z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